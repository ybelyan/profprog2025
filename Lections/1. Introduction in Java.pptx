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2"/>
  </p:sldMasterIdLst>
  <p:notesMasterIdLst>
    <p:notesMasterId r:id="rId39"/>
  </p:notesMasterIdLst>
  <p:handoutMasterIdLst>
    <p:handoutMasterId r:id="rId40"/>
  </p:handoutMasterIdLst>
  <p:sldIdLst>
    <p:sldId id="264" r:id="rId3"/>
    <p:sldId id="258" r:id="rId4"/>
    <p:sldId id="262" r:id="rId5"/>
    <p:sldId id="259" r:id="rId6"/>
    <p:sldId id="260" r:id="rId7"/>
    <p:sldId id="263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3" r:id="rId21"/>
    <p:sldId id="277" r:id="rId22"/>
    <p:sldId id="278" r:id="rId23"/>
    <p:sldId id="284" r:id="rId24"/>
    <p:sldId id="281" r:id="rId25"/>
    <p:sldId id="282" r:id="rId26"/>
    <p:sldId id="283" r:id="rId27"/>
    <p:sldId id="290" r:id="rId28"/>
    <p:sldId id="287" r:id="rId29"/>
    <p:sldId id="289" r:id="rId30"/>
    <p:sldId id="288" r:id="rId31"/>
    <p:sldId id="291" r:id="rId32"/>
    <p:sldId id="297" r:id="rId33"/>
    <p:sldId id="292" r:id="rId34"/>
    <p:sldId id="294" r:id="rId35"/>
    <p:sldId id="295" r:id="rId36"/>
    <p:sldId id="293" r:id="rId37"/>
    <p:sldId id="296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linskikh, Yulia" initials="FY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061"/>
    <a:srgbClr val="010203"/>
    <a:srgbClr val="FFFFFF"/>
    <a:srgbClr val="114FBD"/>
    <a:srgbClr val="FF6600"/>
    <a:srgbClr val="006CB7"/>
    <a:srgbClr val="80C342"/>
    <a:srgbClr val="EE31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76725" autoAdjust="0"/>
  </p:normalViewPr>
  <p:slideViewPr>
    <p:cSldViewPr snapToGrid="0">
      <p:cViewPr varScale="1">
        <p:scale>
          <a:sx n="63" d="100"/>
          <a:sy n="63" d="100"/>
        </p:scale>
        <p:origin x="1416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19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commentAuthors" Target="commentAuthor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ECF513-337C-4348-A094-AF5A864610CB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5FF71E21-7A69-45DE-8738-F8EB72422869}">
      <dgm:prSet phldrT="[Text]" custT="1"/>
      <dgm:spPr/>
      <dgm:t>
        <a:bodyPr/>
        <a:lstStyle/>
        <a:p>
          <a:r>
            <a:rPr lang="ru-RU" sz="4000" dirty="0"/>
            <a:t>Предпосылки</a:t>
          </a:r>
          <a:endParaRPr lang="en-US" sz="4000" dirty="0"/>
        </a:p>
      </dgm:t>
    </dgm:pt>
    <dgm:pt modelId="{870B5106-8507-42FB-B285-1632B2CBDA83}" type="parTrans" cxnId="{BC93754F-0658-43F1-8146-099B56D54385}">
      <dgm:prSet/>
      <dgm:spPr/>
      <dgm:t>
        <a:bodyPr/>
        <a:lstStyle/>
        <a:p>
          <a:endParaRPr lang="en-US"/>
        </a:p>
      </dgm:t>
    </dgm:pt>
    <dgm:pt modelId="{26676D98-736F-4E93-A312-467A7A57A806}" type="sibTrans" cxnId="{BC93754F-0658-43F1-8146-099B56D54385}">
      <dgm:prSet/>
      <dgm:spPr/>
      <dgm:t>
        <a:bodyPr/>
        <a:lstStyle/>
        <a:p>
          <a:endParaRPr lang="en-US"/>
        </a:p>
      </dgm:t>
    </dgm:pt>
    <dgm:pt modelId="{48699115-A976-45C1-9F19-E4D3672C2283}">
      <dgm:prSet phldrT="[Text]" custT="1"/>
      <dgm:spPr/>
      <dgm:t>
        <a:bodyPr/>
        <a:lstStyle/>
        <a:p>
          <a:r>
            <a:rPr lang="ru-RU" sz="2400" b="0" i="0" dirty="0"/>
            <a:t>Появление большого количества различных бытовых электронных устройств</a:t>
          </a:r>
          <a:endParaRPr lang="en-US" sz="2400" dirty="0"/>
        </a:p>
      </dgm:t>
    </dgm:pt>
    <dgm:pt modelId="{E260E938-AEE5-4CE7-9CA2-05020931E8FF}" type="parTrans" cxnId="{F3EA61C2-1FAC-4744-A187-9E7B28B7A658}">
      <dgm:prSet/>
      <dgm:spPr/>
      <dgm:t>
        <a:bodyPr/>
        <a:lstStyle/>
        <a:p>
          <a:endParaRPr lang="en-US"/>
        </a:p>
      </dgm:t>
    </dgm:pt>
    <dgm:pt modelId="{C216AC9B-6A87-4108-9C89-B766AE94FCE9}" type="sibTrans" cxnId="{F3EA61C2-1FAC-4744-A187-9E7B28B7A658}">
      <dgm:prSet/>
      <dgm:spPr/>
      <dgm:t>
        <a:bodyPr/>
        <a:lstStyle/>
        <a:p>
          <a:endParaRPr lang="en-US"/>
        </a:p>
      </dgm:t>
    </dgm:pt>
    <dgm:pt modelId="{2B3CEFDF-43F2-411D-9188-3789598538E2}">
      <dgm:prSet phldrT="[Text]" custT="1"/>
      <dgm:spPr/>
      <dgm:t>
        <a:bodyPr/>
        <a:lstStyle/>
        <a:p>
          <a:r>
            <a:rPr lang="ru-RU" sz="4000" dirty="0"/>
            <a:t>Причины</a:t>
          </a:r>
          <a:endParaRPr lang="en-US" sz="4000" dirty="0"/>
        </a:p>
      </dgm:t>
    </dgm:pt>
    <dgm:pt modelId="{48DC349F-5F53-4934-8EFD-D1CF03E21FB1}" type="parTrans" cxnId="{E291E108-97DC-4F19-A03B-226F65511B33}">
      <dgm:prSet/>
      <dgm:spPr/>
      <dgm:t>
        <a:bodyPr/>
        <a:lstStyle/>
        <a:p>
          <a:endParaRPr lang="en-US"/>
        </a:p>
      </dgm:t>
    </dgm:pt>
    <dgm:pt modelId="{163A000B-2845-4C15-9D63-4F5494008F7A}" type="sibTrans" cxnId="{E291E108-97DC-4F19-A03B-226F65511B33}">
      <dgm:prSet/>
      <dgm:spPr/>
      <dgm:t>
        <a:bodyPr/>
        <a:lstStyle/>
        <a:p>
          <a:endParaRPr lang="en-US"/>
        </a:p>
      </dgm:t>
    </dgm:pt>
    <dgm:pt modelId="{7D442BFC-6F5A-467A-A984-B32FE4EB6B03}">
      <dgm:prSet phldrT="[Text]" custT="1"/>
      <dgm:spPr/>
      <dgm:t>
        <a:bodyPr/>
        <a:lstStyle/>
        <a:p>
          <a:r>
            <a:rPr lang="ru-RU" sz="2400" b="0" i="0" dirty="0"/>
            <a:t>Обеспечить  возможность  исполнения программы  на компьютере любого типа.</a:t>
          </a:r>
          <a:endParaRPr lang="en-US" sz="2400" dirty="0"/>
        </a:p>
      </dgm:t>
    </dgm:pt>
    <dgm:pt modelId="{BD2C9D0B-8245-45CF-8D82-91A113EE297A}" type="parTrans" cxnId="{E1CCB18F-4216-40F9-92C0-615D3001FA96}">
      <dgm:prSet/>
      <dgm:spPr/>
      <dgm:t>
        <a:bodyPr/>
        <a:lstStyle/>
        <a:p>
          <a:endParaRPr lang="en-US"/>
        </a:p>
      </dgm:t>
    </dgm:pt>
    <dgm:pt modelId="{FBFA9329-1F45-4960-A8CD-7F27ADDBB655}" type="sibTrans" cxnId="{E1CCB18F-4216-40F9-92C0-615D3001FA96}">
      <dgm:prSet/>
      <dgm:spPr/>
      <dgm:t>
        <a:bodyPr/>
        <a:lstStyle/>
        <a:p>
          <a:endParaRPr lang="en-US"/>
        </a:p>
      </dgm:t>
    </dgm:pt>
    <dgm:pt modelId="{BEEBED59-EBF8-4D19-A654-9421C6F07658}">
      <dgm:prSet custT="1"/>
      <dgm:spPr/>
      <dgm:t>
        <a:bodyPr/>
        <a:lstStyle/>
        <a:p>
          <a:r>
            <a:rPr lang="ru-RU" sz="2400" b="0" i="0" dirty="0"/>
            <a:t>Стремительное развитие Интернета</a:t>
          </a:r>
        </a:p>
      </dgm:t>
    </dgm:pt>
    <dgm:pt modelId="{E62FB532-E26F-4DDA-A15E-59B7E319F5AF}" type="parTrans" cxnId="{DCD89840-576C-4E9C-96F3-D10833D2B798}">
      <dgm:prSet/>
      <dgm:spPr/>
      <dgm:t>
        <a:bodyPr/>
        <a:lstStyle/>
        <a:p>
          <a:endParaRPr lang="en-US"/>
        </a:p>
      </dgm:t>
    </dgm:pt>
    <dgm:pt modelId="{B51ED151-CBEB-452C-85C2-D3CC28C66F47}" type="sibTrans" cxnId="{DCD89840-576C-4E9C-96F3-D10833D2B798}">
      <dgm:prSet/>
      <dgm:spPr/>
      <dgm:t>
        <a:bodyPr/>
        <a:lstStyle/>
        <a:p>
          <a:endParaRPr lang="en-US"/>
        </a:p>
      </dgm:t>
    </dgm:pt>
    <dgm:pt modelId="{EEEC6C56-27AB-4BA5-9C2F-23730C5E2AA8}">
      <dgm:prSet custT="1"/>
      <dgm:spPr/>
      <dgm:t>
        <a:bodyPr/>
        <a:lstStyle/>
        <a:p>
          <a:r>
            <a:rPr lang="ru-RU" sz="2400" b="0" i="0" dirty="0"/>
            <a:t>Обеспечить безопасность выполнения сетевой программы на локальном компьютере.</a:t>
          </a:r>
        </a:p>
      </dgm:t>
    </dgm:pt>
    <dgm:pt modelId="{3691DF12-5C4A-420E-B351-BA2DED721669}" type="parTrans" cxnId="{94BCA387-8285-4B40-8A4B-F6FB2A8E6290}">
      <dgm:prSet/>
      <dgm:spPr/>
      <dgm:t>
        <a:bodyPr/>
        <a:lstStyle/>
        <a:p>
          <a:endParaRPr lang="en-US"/>
        </a:p>
      </dgm:t>
    </dgm:pt>
    <dgm:pt modelId="{0E971735-718C-4040-8BBA-6977D1B233F9}" type="sibTrans" cxnId="{94BCA387-8285-4B40-8A4B-F6FB2A8E6290}">
      <dgm:prSet/>
      <dgm:spPr/>
      <dgm:t>
        <a:bodyPr/>
        <a:lstStyle/>
        <a:p>
          <a:endParaRPr lang="en-US"/>
        </a:p>
      </dgm:t>
    </dgm:pt>
    <dgm:pt modelId="{F10A459C-16D2-4CED-BB34-908DB0937BDE}" type="pres">
      <dgm:prSet presAssocID="{92ECF513-337C-4348-A094-AF5A864610CB}" presName="linear" presStyleCnt="0">
        <dgm:presLayoutVars>
          <dgm:animLvl val="lvl"/>
          <dgm:resizeHandles val="exact"/>
        </dgm:presLayoutVars>
      </dgm:prSet>
      <dgm:spPr/>
    </dgm:pt>
    <dgm:pt modelId="{02B1B959-3C93-4DFE-9F59-E93676DC2762}" type="pres">
      <dgm:prSet presAssocID="{5FF71E21-7A69-45DE-8738-F8EB72422869}" presName="parentText" presStyleLbl="node1" presStyleIdx="0" presStyleCnt="2" custScaleY="60393">
        <dgm:presLayoutVars>
          <dgm:chMax val="0"/>
          <dgm:bulletEnabled val="1"/>
        </dgm:presLayoutVars>
      </dgm:prSet>
      <dgm:spPr/>
    </dgm:pt>
    <dgm:pt modelId="{5FAE7364-CB3A-4DAB-B889-D06C6934EC29}" type="pres">
      <dgm:prSet presAssocID="{5FF71E21-7A69-45DE-8738-F8EB72422869}" presName="childText" presStyleLbl="revTx" presStyleIdx="0" presStyleCnt="2">
        <dgm:presLayoutVars>
          <dgm:bulletEnabled val="1"/>
        </dgm:presLayoutVars>
      </dgm:prSet>
      <dgm:spPr/>
    </dgm:pt>
    <dgm:pt modelId="{48FF02E9-7AA3-41C9-BAF9-4795889A5B0E}" type="pres">
      <dgm:prSet presAssocID="{2B3CEFDF-43F2-411D-9188-3789598538E2}" presName="parentText" presStyleLbl="node1" presStyleIdx="1" presStyleCnt="2" custScaleY="68205">
        <dgm:presLayoutVars>
          <dgm:chMax val="0"/>
          <dgm:bulletEnabled val="1"/>
        </dgm:presLayoutVars>
      </dgm:prSet>
      <dgm:spPr/>
    </dgm:pt>
    <dgm:pt modelId="{715D242B-43A6-4D8F-B85E-C3783FB98C1E}" type="pres">
      <dgm:prSet presAssocID="{2B3CEFDF-43F2-411D-9188-3789598538E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291E108-97DC-4F19-A03B-226F65511B33}" srcId="{92ECF513-337C-4348-A094-AF5A864610CB}" destId="{2B3CEFDF-43F2-411D-9188-3789598538E2}" srcOrd="1" destOrd="0" parTransId="{48DC349F-5F53-4934-8EFD-D1CF03E21FB1}" sibTransId="{163A000B-2845-4C15-9D63-4F5494008F7A}"/>
    <dgm:cxn modelId="{DCD89840-576C-4E9C-96F3-D10833D2B798}" srcId="{5FF71E21-7A69-45DE-8738-F8EB72422869}" destId="{BEEBED59-EBF8-4D19-A654-9421C6F07658}" srcOrd="1" destOrd="0" parTransId="{E62FB532-E26F-4DDA-A15E-59B7E319F5AF}" sibTransId="{B51ED151-CBEB-452C-85C2-D3CC28C66F47}"/>
    <dgm:cxn modelId="{BC93754F-0658-43F1-8146-099B56D54385}" srcId="{92ECF513-337C-4348-A094-AF5A864610CB}" destId="{5FF71E21-7A69-45DE-8738-F8EB72422869}" srcOrd="0" destOrd="0" parTransId="{870B5106-8507-42FB-B285-1632B2CBDA83}" sibTransId="{26676D98-736F-4E93-A312-467A7A57A806}"/>
    <dgm:cxn modelId="{94BCA387-8285-4B40-8A4B-F6FB2A8E6290}" srcId="{2B3CEFDF-43F2-411D-9188-3789598538E2}" destId="{EEEC6C56-27AB-4BA5-9C2F-23730C5E2AA8}" srcOrd="1" destOrd="0" parTransId="{3691DF12-5C4A-420E-B351-BA2DED721669}" sibTransId="{0E971735-718C-4040-8BBA-6977D1B233F9}"/>
    <dgm:cxn modelId="{E1CCB18F-4216-40F9-92C0-615D3001FA96}" srcId="{2B3CEFDF-43F2-411D-9188-3789598538E2}" destId="{7D442BFC-6F5A-467A-A984-B32FE4EB6B03}" srcOrd="0" destOrd="0" parTransId="{BD2C9D0B-8245-45CF-8D82-91A113EE297A}" sibTransId="{FBFA9329-1F45-4960-A8CD-7F27ADDBB655}"/>
    <dgm:cxn modelId="{88E64D97-331E-4297-9BCA-24E10C25DBFF}" type="presOf" srcId="{92ECF513-337C-4348-A094-AF5A864610CB}" destId="{F10A459C-16D2-4CED-BB34-908DB0937BDE}" srcOrd="0" destOrd="0" presId="urn:microsoft.com/office/officeart/2005/8/layout/vList2"/>
    <dgm:cxn modelId="{264487B4-7044-48BF-8755-AFC520751BAB}" type="presOf" srcId="{EEEC6C56-27AB-4BA5-9C2F-23730C5E2AA8}" destId="{715D242B-43A6-4D8F-B85E-C3783FB98C1E}" srcOrd="0" destOrd="1" presId="urn:microsoft.com/office/officeart/2005/8/layout/vList2"/>
    <dgm:cxn modelId="{F3EA61C2-1FAC-4744-A187-9E7B28B7A658}" srcId="{5FF71E21-7A69-45DE-8738-F8EB72422869}" destId="{48699115-A976-45C1-9F19-E4D3672C2283}" srcOrd="0" destOrd="0" parTransId="{E260E938-AEE5-4CE7-9CA2-05020931E8FF}" sibTransId="{C216AC9B-6A87-4108-9C89-B766AE94FCE9}"/>
    <dgm:cxn modelId="{4975B3D8-507E-47BA-9D52-E23E26425BCD}" type="presOf" srcId="{48699115-A976-45C1-9F19-E4D3672C2283}" destId="{5FAE7364-CB3A-4DAB-B889-D06C6934EC29}" srcOrd="0" destOrd="0" presId="urn:microsoft.com/office/officeart/2005/8/layout/vList2"/>
    <dgm:cxn modelId="{E49290DC-C983-4EA8-BD69-68318429DDC4}" type="presOf" srcId="{2B3CEFDF-43F2-411D-9188-3789598538E2}" destId="{48FF02E9-7AA3-41C9-BAF9-4795889A5B0E}" srcOrd="0" destOrd="0" presId="urn:microsoft.com/office/officeart/2005/8/layout/vList2"/>
    <dgm:cxn modelId="{3220D0E4-7520-4AD4-AE15-EC18DECF94D5}" type="presOf" srcId="{7D442BFC-6F5A-467A-A984-B32FE4EB6B03}" destId="{715D242B-43A6-4D8F-B85E-C3783FB98C1E}" srcOrd="0" destOrd="0" presId="urn:microsoft.com/office/officeart/2005/8/layout/vList2"/>
    <dgm:cxn modelId="{C0C89CE5-E71A-49BF-B905-BBC1B60461CA}" type="presOf" srcId="{BEEBED59-EBF8-4D19-A654-9421C6F07658}" destId="{5FAE7364-CB3A-4DAB-B889-D06C6934EC29}" srcOrd="0" destOrd="1" presId="urn:microsoft.com/office/officeart/2005/8/layout/vList2"/>
    <dgm:cxn modelId="{4FE4EEEF-05E5-4EDA-9339-FCE1F294605F}" type="presOf" srcId="{5FF71E21-7A69-45DE-8738-F8EB72422869}" destId="{02B1B959-3C93-4DFE-9F59-E93676DC2762}" srcOrd="0" destOrd="0" presId="urn:microsoft.com/office/officeart/2005/8/layout/vList2"/>
    <dgm:cxn modelId="{E3AE9EE6-345C-4FE1-A8A0-5435873B405C}" type="presParOf" srcId="{F10A459C-16D2-4CED-BB34-908DB0937BDE}" destId="{02B1B959-3C93-4DFE-9F59-E93676DC2762}" srcOrd="0" destOrd="0" presId="urn:microsoft.com/office/officeart/2005/8/layout/vList2"/>
    <dgm:cxn modelId="{771BC383-0FC1-4F6A-BC2F-A269660DA16E}" type="presParOf" srcId="{F10A459C-16D2-4CED-BB34-908DB0937BDE}" destId="{5FAE7364-CB3A-4DAB-B889-D06C6934EC29}" srcOrd="1" destOrd="0" presId="urn:microsoft.com/office/officeart/2005/8/layout/vList2"/>
    <dgm:cxn modelId="{2EF3F0EB-8FAE-4AD7-BE5B-D10056F8CA05}" type="presParOf" srcId="{F10A459C-16D2-4CED-BB34-908DB0937BDE}" destId="{48FF02E9-7AA3-41C9-BAF9-4795889A5B0E}" srcOrd="2" destOrd="0" presId="urn:microsoft.com/office/officeart/2005/8/layout/vList2"/>
    <dgm:cxn modelId="{5522641C-FE0D-4EB7-A787-B2ADADC8B891}" type="presParOf" srcId="{F10A459C-16D2-4CED-BB34-908DB0937BDE}" destId="{715D242B-43A6-4D8F-B85E-C3783FB98C1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C9F80A-340F-46F1-B226-FB703ACA440F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6EE5A76F-881F-4613-AD9F-ABA9BE293069}">
      <dgm:prSet custT="1"/>
      <dgm:spPr/>
      <dgm:t>
        <a:bodyPr/>
        <a:lstStyle/>
        <a:p>
          <a:r>
            <a:rPr lang="en-US" sz="2800" dirty="0">
              <a:latin typeface="Courier New" panose="02070309020205020404" pitchFamily="49" charset="0"/>
              <a:cs typeface="Courier New" panose="02070309020205020404" pitchFamily="49" charset="0"/>
            </a:rPr>
            <a:t>// </a:t>
          </a:r>
          <a:r>
            <a:rPr lang="ru-RU" sz="2800" dirty="0">
              <a:latin typeface="Courier New" panose="02070309020205020404" pitchFamily="49" charset="0"/>
              <a:cs typeface="Courier New" panose="02070309020205020404" pitchFamily="49" charset="0"/>
            </a:rPr>
            <a:t>Комментарий</a:t>
          </a:r>
        </a:p>
      </dgm:t>
    </dgm:pt>
    <dgm:pt modelId="{34BD130C-1352-425E-9372-90FEDBF19DA7}" type="parTrans" cxnId="{0574481A-3AF5-45BC-9E90-A78A9DA0BADE}">
      <dgm:prSet/>
      <dgm:spPr/>
      <dgm:t>
        <a:bodyPr/>
        <a:lstStyle/>
        <a:p>
          <a:endParaRPr lang="ru-RU"/>
        </a:p>
      </dgm:t>
    </dgm:pt>
    <dgm:pt modelId="{05349D27-414C-4184-8FE8-2114CC74E78B}" type="sibTrans" cxnId="{0574481A-3AF5-45BC-9E90-A78A9DA0BADE}">
      <dgm:prSet/>
      <dgm:spPr/>
      <dgm:t>
        <a:bodyPr/>
        <a:lstStyle/>
        <a:p>
          <a:endParaRPr lang="ru-RU"/>
        </a:p>
      </dgm:t>
    </dgm:pt>
    <dgm:pt modelId="{D9B4BC50-D260-41CF-94EF-96D4E432947F}">
      <dgm:prSet/>
      <dgm:spPr/>
      <dgm:t>
        <a:bodyPr/>
        <a:lstStyle/>
        <a:p>
          <a:pPr>
            <a:buNone/>
          </a:pPr>
          <a:r>
            <a:rPr lang="ru-RU" dirty="0"/>
            <a:t>Все, что идет после </a:t>
          </a:r>
          <a:r>
            <a:rPr lang="en-US" dirty="0"/>
            <a:t>//</a:t>
          </a:r>
          <a:r>
            <a:rPr lang="ru-RU" dirty="0"/>
            <a:t> и до конца текущей строки игнорируется</a:t>
          </a:r>
        </a:p>
      </dgm:t>
    </dgm:pt>
    <dgm:pt modelId="{581D94FE-7F4B-49C6-AD94-ABCB8EC6B732}" type="parTrans" cxnId="{FFFC9FA6-2971-42E6-81D2-CDDF38B102F9}">
      <dgm:prSet/>
      <dgm:spPr/>
      <dgm:t>
        <a:bodyPr/>
        <a:lstStyle/>
        <a:p>
          <a:endParaRPr lang="ru-RU"/>
        </a:p>
      </dgm:t>
    </dgm:pt>
    <dgm:pt modelId="{61B81B88-681B-479F-91FD-4210AD2C5730}" type="sibTrans" cxnId="{FFFC9FA6-2971-42E6-81D2-CDDF38B102F9}">
      <dgm:prSet/>
      <dgm:spPr/>
      <dgm:t>
        <a:bodyPr/>
        <a:lstStyle/>
        <a:p>
          <a:endParaRPr lang="ru-RU"/>
        </a:p>
      </dgm:t>
    </dgm:pt>
    <dgm:pt modelId="{293906CF-ED42-45C6-9F27-A7D03BF42F7C}">
      <dgm:prSet custT="1"/>
      <dgm:spPr/>
      <dgm:t>
        <a:bodyPr/>
        <a:lstStyle/>
        <a:p>
          <a:r>
            <a:rPr lang="en-US" sz="2800" dirty="0">
              <a:latin typeface="Courier New" panose="02070309020205020404" pitchFamily="49" charset="0"/>
              <a:cs typeface="Courier New" panose="02070309020205020404" pitchFamily="49" charset="0"/>
            </a:rPr>
            <a:t>/* </a:t>
          </a:r>
          <a:r>
            <a:rPr lang="ru-RU" sz="2800" dirty="0">
              <a:latin typeface="Courier New" panose="02070309020205020404" pitchFamily="49" charset="0"/>
              <a:cs typeface="Courier New" panose="02070309020205020404" pitchFamily="49" charset="0"/>
            </a:rPr>
            <a:t>Комментарий </a:t>
          </a:r>
          <a:r>
            <a:rPr lang="en-US" sz="2800" dirty="0">
              <a:latin typeface="Courier New" panose="02070309020205020404" pitchFamily="49" charset="0"/>
              <a:cs typeface="Courier New" panose="02070309020205020404" pitchFamily="49" charset="0"/>
            </a:rPr>
            <a:t>*/</a:t>
          </a:r>
          <a:endParaRPr lang="ru-RU" sz="2800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AF75038-4D1C-4510-9070-6A67A049D0E3}" type="parTrans" cxnId="{4EEE62E5-FE32-4143-A906-A56E8ACEF801}">
      <dgm:prSet/>
      <dgm:spPr/>
      <dgm:t>
        <a:bodyPr/>
        <a:lstStyle/>
        <a:p>
          <a:endParaRPr lang="ru-RU"/>
        </a:p>
      </dgm:t>
    </dgm:pt>
    <dgm:pt modelId="{33A05369-D8F5-4869-B1B0-711790F85473}" type="sibTrans" cxnId="{4EEE62E5-FE32-4143-A906-A56E8ACEF801}">
      <dgm:prSet/>
      <dgm:spPr/>
      <dgm:t>
        <a:bodyPr/>
        <a:lstStyle/>
        <a:p>
          <a:endParaRPr lang="ru-RU"/>
        </a:p>
      </dgm:t>
    </dgm:pt>
    <dgm:pt modelId="{BA47DAE4-28F1-4996-9D54-A401E57A95DF}">
      <dgm:prSet custT="1"/>
      <dgm:spPr/>
      <dgm:t>
        <a:bodyPr/>
        <a:lstStyle/>
        <a:p>
          <a:r>
            <a:rPr lang="en-US" sz="2800" dirty="0">
              <a:latin typeface="Courier New" panose="02070309020205020404" pitchFamily="49" charset="0"/>
              <a:cs typeface="Courier New" panose="02070309020205020404" pitchFamily="49" charset="0"/>
            </a:rPr>
            <a:t>/** </a:t>
          </a:r>
          <a:r>
            <a:rPr lang="ru-RU" sz="2800" dirty="0">
              <a:latin typeface="Courier New" panose="02070309020205020404" pitchFamily="49" charset="0"/>
              <a:cs typeface="Courier New" panose="02070309020205020404" pitchFamily="49" charset="0"/>
            </a:rPr>
            <a:t>Комментарий </a:t>
          </a:r>
          <a:r>
            <a:rPr lang="en-US" sz="2800" dirty="0">
              <a:latin typeface="Courier New" panose="02070309020205020404" pitchFamily="49" charset="0"/>
              <a:cs typeface="Courier New" panose="02070309020205020404" pitchFamily="49" charset="0"/>
            </a:rPr>
            <a:t>*/</a:t>
          </a:r>
          <a:endParaRPr lang="ru-RU" sz="2800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0E77CBD4-7F85-4A88-845F-1D1E68DE5348}" type="parTrans" cxnId="{837026C3-DB3A-4DEB-B981-4654E6F9DCE4}">
      <dgm:prSet/>
      <dgm:spPr/>
      <dgm:t>
        <a:bodyPr/>
        <a:lstStyle/>
        <a:p>
          <a:endParaRPr lang="ru-RU"/>
        </a:p>
      </dgm:t>
    </dgm:pt>
    <dgm:pt modelId="{69BF2C4B-A647-4AAC-B457-BB014B99C71A}" type="sibTrans" cxnId="{837026C3-DB3A-4DEB-B981-4654E6F9DCE4}">
      <dgm:prSet/>
      <dgm:spPr/>
      <dgm:t>
        <a:bodyPr/>
        <a:lstStyle/>
        <a:p>
          <a:endParaRPr lang="ru-RU"/>
        </a:p>
      </dgm:t>
    </dgm:pt>
    <dgm:pt modelId="{D3D1CF42-6203-4815-9ACD-9939D4C57F85}">
      <dgm:prSet/>
      <dgm:spPr/>
      <dgm:t>
        <a:bodyPr/>
        <a:lstStyle/>
        <a:p>
          <a:pPr>
            <a:buNone/>
          </a:pPr>
          <a:r>
            <a:rPr lang="ru-RU" dirty="0"/>
            <a:t>Все символы, заключенные между </a:t>
          </a:r>
          <a:r>
            <a:rPr lang="en-US" dirty="0"/>
            <a:t>/*</a:t>
          </a:r>
          <a:r>
            <a:rPr lang="ru-RU" dirty="0"/>
            <a:t> и </a:t>
          </a:r>
          <a:r>
            <a:rPr lang="en-US" dirty="0"/>
            <a:t>*/, </a:t>
          </a:r>
          <a:r>
            <a:rPr lang="ru-RU" dirty="0"/>
            <a:t>игнорируются</a:t>
          </a:r>
        </a:p>
      </dgm:t>
    </dgm:pt>
    <dgm:pt modelId="{10892667-35FD-468B-9F68-3224617E8D55}" type="parTrans" cxnId="{C8B13EC0-01E5-4042-83FA-CE0066533045}">
      <dgm:prSet/>
      <dgm:spPr/>
    </dgm:pt>
    <dgm:pt modelId="{BA727833-1F34-4241-8854-CA5648E5018D}" type="sibTrans" cxnId="{C8B13EC0-01E5-4042-83FA-CE0066533045}">
      <dgm:prSet/>
      <dgm:spPr/>
    </dgm:pt>
    <dgm:pt modelId="{FA633A17-D24F-4CB2-B674-657174AD1097}">
      <dgm:prSet/>
      <dgm:spPr/>
      <dgm:t>
        <a:bodyPr/>
        <a:lstStyle/>
        <a:p>
          <a:pPr>
            <a:buNone/>
          </a:pPr>
          <a:r>
            <a:rPr lang="ru-RU" dirty="0"/>
            <a:t>Комментарий </a:t>
          </a:r>
          <a:r>
            <a:rPr lang="en-US" dirty="0" err="1"/>
            <a:t>javadoc</a:t>
          </a:r>
          <a:endParaRPr lang="ru-RU" dirty="0"/>
        </a:p>
      </dgm:t>
    </dgm:pt>
    <dgm:pt modelId="{2B0015C1-B897-4A5D-A23B-74DB3553EFC0}" type="parTrans" cxnId="{A50F3AB5-B409-4C2F-8639-2A65F41B7146}">
      <dgm:prSet/>
      <dgm:spPr/>
    </dgm:pt>
    <dgm:pt modelId="{56538557-6126-440C-8695-753537AC59CF}" type="sibTrans" cxnId="{A50F3AB5-B409-4C2F-8639-2A65F41B7146}">
      <dgm:prSet/>
      <dgm:spPr/>
    </dgm:pt>
    <dgm:pt modelId="{D5166652-BD47-4F5C-BE60-7ED9A89513D2}" type="pres">
      <dgm:prSet presAssocID="{4DC9F80A-340F-46F1-B226-FB703ACA440F}" presName="linear" presStyleCnt="0">
        <dgm:presLayoutVars>
          <dgm:animLvl val="lvl"/>
          <dgm:resizeHandles val="exact"/>
        </dgm:presLayoutVars>
      </dgm:prSet>
      <dgm:spPr/>
    </dgm:pt>
    <dgm:pt modelId="{55B46741-D071-4B73-9E2F-DD4ED575A7CA}" type="pres">
      <dgm:prSet presAssocID="{6EE5A76F-881F-4613-AD9F-ABA9BE2930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273DCBE-671E-4DBA-9467-7886C5695874}" type="pres">
      <dgm:prSet presAssocID="{6EE5A76F-881F-4613-AD9F-ABA9BE293069}" presName="childText" presStyleLbl="revTx" presStyleIdx="0" presStyleCnt="3">
        <dgm:presLayoutVars>
          <dgm:bulletEnabled val="1"/>
        </dgm:presLayoutVars>
      </dgm:prSet>
      <dgm:spPr/>
    </dgm:pt>
    <dgm:pt modelId="{38544FCE-008E-492D-8730-64C5B88CDEC0}" type="pres">
      <dgm:prSet presAssocID="{293906CF-ED42-45C6-9F27-A7D03BF42F7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47D1E7-FDF9-46A1-BAAC-ED82AB6801F6}" type="pres">
      <dgm:prSet presAssocID="{293906CF-ED42-45C6-9F27-A7D03BF42F7C}" presName="childText" presStyleLbl="revTx" presStyleIdx="1" presStyleCnt="3">
        <dgm:presLayoutVars>
          <dgm:bulletEnabled val="1"/>
        </dgm:presLayoutVars>
      </dgm:prSet>
      <dgm:spPr/>
    </dgm:pt>
    <dgm:pt modelId="{9CEA1E39-D1DB-4644-A6DC-07B86AAF700E}" type="pres">
      <dgm:prSet presAssocID="{BA47DAE4-28F1-4996-9D54-A401E57A95DF}" presName="parentText" presStyleLbl="node1" presStyleIdx="2" presStyleCnt="3" custLinFactNeighborY="-11424">
        <dgm:presLayoutVars>
          <dgm:chMax val="0"/>
          <dgm:bulletEnabled val="1"/>
        </dgm:presLayoutVars>
      </dgm:prSet>
      <dgm:spPr/>
    </dgm:pt>
    <dgm:pt modelId="{FB37DE26-FBA5-42B9-9D52-60E1EBBFFBA8}" type="pres">
      <dgm:prSet presAssocID="{BA47DAE4-28F1-4996-9D54-A401E57A95D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574481A-3AF5-45BC-9E90-A78A9DA0BADE}" srcId="{4DC9F80A-340F-46F1-B226-FB703ACA440F}" destId="{6EE5A76F-881F-4613-AD9F-ABA9BE293069}" srcOrd="0" destOrd="0" parTransId="{34BD130C-1352-425E-9372-90FEDBF19DA7}" sibTransId="{05349D27-414C-4184-8FE8-2114CC74E78B}"/>
    <dgm:cxn modelId="{8AA27532-A583-4C54-BD0E-FEE18C2FFCBA}" type="presOf" srcId="{4DC9F80A-340F-46F1-B226-FB703ACA440F}" destId="{D5166652-BD47-4F5C-BE60-7ED9A89513D2}" srcOrd="0" destOrd="0" presId="urn:microsoft.com/office/officeart/2005/8/layout/vList2"/>
    <dgm:cxn modelId="{1554EE6C-A854-4334-8A21-3BB7DD05D7B9}" type="presOf" srcId="{FA633A17-D24F-4CB2-B674-657174AD1097}" destId="{FB37DE26-FBA5-42B9-9D52-60E1EBBFFBA8}" srcOrd="0" destOrd="0" presId="urn:microsoft.com/office/officeart/2005/8/layout/vList2"/>
    <dgm:cxn modelId="{F7B7D86F-3E30-456B-9389-8B27864FDA38}" type="presOf" srcId="{293906CF-ED42-45C6-9F27-A7D03BF42F7C}" destId="{38544FCE-008E-492D-8730-64C5B88CDEC0}" srcOrd="0" destOrd="0" presId="urn:microsoft.com/office/officeart/2005/8/layout/vList2"/>
    <dgm:cxn modelId="{FFFC9FA6-2971-42E6-81D2-CDDF38B102F9}" srcId="{6EE5A76F-881F-4613-AD9F-ABA9BE293069}" destId="{D9B4BC50-D260-41CF-94EF-96D4E432947F}" srcOrd="0" destOrd="0" parTransId="{581D94FE-7F4B-49C6-AD94-ABCB8EC6B732}" sibTransId="{61B81B88-681B-479F-91FD-4210AD2C5730}"/>
    <dgm:cxn modelId="{A50F3AB5-B409-4C2F-8639-2A65F41B7146}" srcId="{BA47DAE4-28F1-4996-9D54-A401E57A95DF}" destId="{FA633A17-D24F-4CB2-B674-657174AD1097}" srcOrd="0" destOrd="0" parTransId="{2B0015C1-B897-4A5D-A23B-74DB3553EFC0}" sibTransId="{56538557-6126-440C-8695-753537AC59CF}"/>
    <dgm:cxn modelId="{C8B13EC0-01E5-4042-83FA-CE0066533045}" srcId="{293906CF-ED42-45C6-9F27-A7D03BF42F7C}" destId="{D3D1CF42-6203-4815-9ACD-9939D4C57F85}" srcOrd="0" destOrd="0" parTransId="{10892667-35FD-468B-9F68-3224617E8D55}" sibTransId="{BA727833-1F34-4241-8854-CA5648E5018D}"/>
    <dgm:cxn modelId="{837026C3-DB3A-4DEB-B981-4654E6F9DCE4}" srcId="{4DC9F80A-340F-46F1-B226-FB703ACA440F}" destId="{BA47DAE4-28F1-4996-9D54-A401E57A95DF}" srcOrd="2" destOrd="0" parTransId="{0E77CBD4-7F85-4A88-845F-1D1E68DE5348}" sibTransId="{69BF2C4B-A647-4AAC-B457-BB014B99C71A}"/>
    <dgm:cxn modelId="{EA3F6ACB-0DF9-43DA-8E8B-EF73AE27D5BB}" type="presOf" srcId="{D3D1CF42-6203-4815-9ACD-9939D4C57F85}" destId="{B447D1E7-FDF9-46A1-BAAC-ED82AB6801F6}" srcOrd="0" destOrd="0" presId="urn:microsoft.com/office/officeart/2005/8/layout/vList2"/>
    <dgm:cxn modelId="{4EEE62E5-FE32-4143-A906-A56E8ACEF801}" srcId="{4DC9F80A-340F-46F1-B226-FB703ACA440F}" destId="{293906CF-ED42-45C6-9F27-A7D03BF42F7C}" srcOrd="1" destOrd="0" parTransId="{1AF75038-4D1C-4510-9070-6A67A049D0E3}" sibTransId="{33A05369-D8F5-4869-B1B0-711790F85473}"/>
    <dgm:cxn modelId="{1F2D8BED-7650-43B3-9783-84CF773D17FB}" type="presOf" srcId="{BA47DAE4-28F1-4996-9D54-A401E57A95DF}" destId="{9CEA1E39-D1DB-4644-A6DC-07B86AAF700E}" srcOrd="0" destOrd="0" presId="urn:microsoft.com/office/officeart/2005/8/layout/vList2"/>
    <dgm:cxn modelId="{FB0CCEEE-81B7-4F14-B43E-4FD479089A56}" type="presOf" srcId="{6EE5A76F-881F-4613-AD9F-ABA9BE293069}" destId="{55B46741-D071-4B73-9E2F-DD4ED575A7CA}" srcOrd="0" destOrd="0" presId="urn:microsoft.com/office/officeart/2005/8/layout/vList2"/>
    <dgm:cxn modelId="{A90765F9-448B-41F1-B389-51DABDF3C339}" type="presOf" srcId="{D9B4BC50-D260-41CF-94EF-96D4E432947F}" destId="{C273DCBE-671E-4DBA-9467-7886C5695874}" srcOrd="0" destOrd="0" presId="urn:microsoft.com/office/officeart/2005/8/layout/vList2"/>
    <dgm:cxn modelId="{CFEA64D9-28DC-4FFC-ACB5-DFD8D057F98E}" type="presParOf" srcId="{D5166652-BD47-4F5C-BE60-7ED9A89513D2}" destId="{55B46741-D071-4B73-9E2F-DD4ED575A7CA}" srcOrd="0" destOrd="0" presId="urn:microsoft.com/office/officeart/2005/8/layout/vList2"/>
    <dgm:cxn modelId="{4BD8C3E1-EE91-4EC8-AB0E-EB61E9098E7C}" type="presParOf" srcId="{D5166652-BD47-4F5C-BE60-7ED9A89513D2}" destId="{C273DCBE-671E-4DBA-9467-7886C5695874}" srcOrd="1" destOrd="0" presId="urn:microsoft.com/office/officeart/2005/8/layout/vList2"/>
    <dgm:cxn modelId="{6259BE8A-7E6B-4329-8AA6-92EF23EA130E}" type="presParOf" srcId="{D5166652-BD47-4F5C-BE60-7ED9A89513D2}" destId="{38544FCE-008E-492D-8730-64C5B88CDEC0}" srcOrd="2" destOrd="0" presId="urn:microsoft.com/office/officeart/2005/8/layout/vList2"/>
    <dgm:cxn modelId="{EC075639-DB47-459D-8CDA-73DA3B176479}" type="presParOf" srcId="{D5166652-BD47-4F5C-BE60-7ED9A89513D2}" destId="{B447D1E7-FDF9-46A1-BAAC-ED82AB6801F6}" srcOrd="3" destOrd="0" presId="urn:microsoft.com/office/officeart/2005/8/layout/vList2"/>
    <dgm:cxn modelId="{D1026AA6-657E-42BA-A8BC-8D326FF1E35F}" type="presParOf" srcId="{D5166652-BD47-4F5C-BE60-7ED9A89513D2}" destId="{9CEA1E39-D1DB-4644-A6DC-07B86AAF700E}" srcOrd="4" destOrd="0" presId="urn:microsoft.com/office/officeart/2005/8/layout/vList2"/>
    <dgm:cxn modelId="{5425AF5C-018A-4AA9-AEBC-227401265790}" type="presParOf" srcId="{D5166652-BD47-4F5C-BE60-7ED9A89513D2}" destId="{FB37DE26-FBA5-42B9-9D52-60E1EBBFFBA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D20B82-2EEC-4B68-9F12-0C9CAC8ACC57}" type="doc">
      <dgm:prSet loTypeId="urn:microsoft.com/office/officeart/2005/8/layout/vList2" loCatId="list" qsTypeId="urn:microsoft.com/office/officeart/2005/8/quickstyle/simple3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B9179C0-96DA-4A5B-8F90-DB0BE8866D8E}">
      <dgm:prSet phldrT="[Text]"/>
      <dgm:spPr/>
      <dgm:t>
        <a:bodyPr/>
        <a:lstStyle/>
        <a:p>
          <a:r>
            <a:rPr lang="en-US" b="0" i="0" dirty="0" err="1"/>
            <a:t>int</a:t>
          </a:r>
          <a:r>
            <a:rPr lang="en-US" b="0" i="0" dirty="0"/>
            <a:t> c = a + 2;</a:t>
          </a:r>
          <a:endParaRPr lang="en-US" dirty="0"/>
        </a:p>
      </dgm:t>
    </dgm:pt>
    <dgm:pt modelId="{B8A77734-AED8-4098-A6FE-F8DEEE240BDE}" type="parTrans" cxnId="{630823DC-C4D8-4E53-8B37-72F24B0E56B7}">
      <dgm:prSet/>
      <dgm:spPr/>
      <dgm:t>
        <a:bodyPr/>
        <a:lstStyle/>
        <a:p>
          <a:endParaRPr lang="en-US"/>
        </a:p>
      </dgm:t>
    </dgm:pt>
    <dgm:pt modelId="{02E6EAB0-C9BA-401B-AFA0-9E0B1F8E5022}" type="sibTrans" cxnId="{630823DC-C4D8-4E53-8B37-72F24B0E56B7}">
      <dgm:prSet/>
      <dgm:spPr/>
      <dgm:t>
        <a:bodyPr/>
        <a:lstStyle/>
        <a:p>
          <a:endParaRPr lang="en-US"/>
        </a:p>
      </dgm:t>
    </dgm:pt>
    <dgm:pt modelId="{69BDF084-EA56-49FD-8511-F3362A28B734}">
      <dgm:prSet phldrT="[Text]"/>
      <dgm:spPr/>
      <dgm:t>
        <a:bodyPr/>
        <a:lstStyle/>
        <a:p>
          <a:r>
            <a:rPr lang="en-US" dirty="0" err="1"/>
            <a:t>int</a:t>
          </a:r>
          <a:r>
            <a:rPr lang="en-US" dirty="0"/>
            <a:t> c = 4 – b;</a:t>
          </a:r>
        </a:p>
      </dgm:t>
    </dgm:pt>
    <dgm:pt modelId="{9785BC32-110C-4B45-BAE4-76C0C40F6DAF}" type="parTrans" cxnId="{92076675-8D69-4AA1-9D87-25980EFEAC59}">
      <dgm:prSet/>
      <dgm:spPr/>
      <dgm:t>
        <a:bodyPr/>
        <a:lstStyle/>
        <a:p>
          <a:endParaRPr lang="en-US"/>
        </a:p>
      </dgm:t>
    </dgm:pt>
    <dgm:pt modelId="{BCA9A852-1E3D-4F11-A0AF-D7ECE1093D87}" type="sibTrans" cxnId="{92076675-8D69-4AA1-9D87-25980EFEAC59}">
      <dgm:prSet/>
      <dgm:spPr/>
      <dgm:t>
        <a:bodyPr/>
        <a:lstStyle/>
        <a:p>
          <a:endParaRPr lang="en-US"/>
        </a:p>
      </dgm:t>
    </dgm:pt>
    <dgm:pt modelId="{EDE140CC-A9AF-4CDE-A7F2-A5999232FCBC}">
      <dgm:prSet phldrT="[Text]"/>
      <dgm:spPr/>
      <dgm:t>
        <a:bodyPr/>
        <a:lstStyle/>
        <a:p>
          <a:r>
            <a:rPr lang="en-US" dirty="0" err="1"/>
            <a:t>int</a:t>
          </a:r>
          <a:r>
            <a:rPr lang="en-US" dirty="0"/>
            <a:t> c = a * 5;</a:t>
          </a:r>
        </a:p>
      </dgm:t>
    </dgm:pt>
    <dgm:pt modelId="{EDA43BA1-F518-4229-852F-489B902B6F55}" type="parTrans" cxnId="{1CDB0234-C45A-4DCE-86CA-EFBD285A148D}">
      <dgm:prSet/>
      <dgm:spPr/>
      <dgm:t>
        <a:bodyPr/>
        <a:lstStyle/>
        <a:p>
          <a:endParaRPr lang="en-US"/>
        </a:p>
      </dgm:t>
    </dgm:pt>
    <dgm:pt modelId="{DCBB2559-F042-4564-AF26-8FAF1A3FF9A9}" type="sibTrans" cxnId="{1CDB0234-C45A-4DCE-86CA-EFBD285A148D}">
      <dgm:prSet/>
      <dgm:spPr/>
      <dgm:t>
        <a:bodyPr/>
        <a:lstStyle/>
        <a:p>
          <a:endParaRPr lang="en-US"/>
        </a:p>
      </dgm:t>
    </dgm:pt>
    <dgm:pt modelId="{123F667B-0786-4007-B1BA-205543A89FB5}">
      <dgm:prSet phldrT="[Text]"/>
      <dgm:spPr/>
      <dgm:t>
        <a:bodyPr/>
        <a:lstStyle/>
        <a:p>
          <a:r>
            <a:rPr lang="en-US" dirty="0"/>
            <a:t>double c = 10.0 / a;</a:t>
          </a:r>
        </a:p>
      </dgm:t>
    </dgm:pt>
    <dgm:pt modelId="{06DEBEA7-925D-4209-B5E1-6F77250F29A6}" type="parTrans" cxnId="{F2EC3554-91F4-4444-BF71-D65F2811A90C}">
      <dgm:prSet/>
      <dgm:spPr/>
      <dgm:t>
        <a:bodyPr/>
        <a:lstStyle/>
        <a:p>
          <a:endParaRPr lang="en-US"/>
        </a:p>
      </dgm:t>
    </dgm:pt>
    <dgm:pt modelId="{DA20BC02-D068-4166-B74A-29FF6A20577B}" type="sibTrans" cxnId="{F2EC3554-91F4-4444-BF71-D65F2811A90C}">
      <dgm:prSet/>
      <dgm:spPr/>
      <dgm:t>
        <a:bodyPr/>
        <a:lstStyle/>
        <a:p>
          <a:endParaRPr lang="en-US"/>
        </a:p>
      </dgm:t>
    </dgm:pt>
    <dgm:pt modelId="{50A1A711-A516-4E7E-A302-569C4D54B0C5}">
      <dgm:prSet phldrT="[Text]"/>
      <dgm:spPr/>
      <dgm:t>
        <a:bodyPr/>
        <a:lstStyle/>
        <a:p>
          <a:r>
            <a:rPr lang="en-US" dirty="0" err="1"/>
            <a:t>int</a:t>
          </a:r>
          <a:r>
            <a:rPr lang="en-US" dirty="0"/>
            <a:t> c = 22 % a;</a:t>
          </a:r>
        </a:p>
      </dgm:t>
    </dgm:pt>
    <dgm:pt modelId="{23A5E00C-20AF-4B0A-ADE2-5DCAAC3810E1}" type="parTrans" cxnId="{7E61190D-0C15-4D85-99E8-878278F9E3D6}">
      <dgm:prSet/>
      <dgm:spPr/>
      <dgm:t>
        <a:bodyPr/>
        <a:lstStyle/>
        <a:p>
          <a:endParaRPr lang="en-US"/>
        </a:p>
      </dgm:t>
    </dgm:pt>
    <dgm:pt modelId="{B0314BB1-F495-40E2-A8E5-17AE05437455}" type="sibTrans" cxnId="{7E61190D-0C15-4D85-99E8-878278F9E3D6}">
      <dgm:prSet/>
      <dgm:spPr/>
      <dgm:t>
        <a:bodyPr/>
        <a:lstStyle/>
        <a:p>
          <a:endParaRPr lang="en-US"/>
        </a:p>
      </dgm:t>
    </dgm:pt>
    <dgm:pt modelId="{197C2621-251E-4F1C-B672-62AA5A23F41A}">
      <dgm:prSet phldrT="[Text]"/>
      <dgm:spPr/>
      <dgm:t>
        <a:bodyPr/>
        <a:lstStyle/>
        <a:p>
          <a:r>
            <a:rPr lang="ru-RU" b="0" i="0" dirty="0"/>
            <a:t>+=, -=, *=, /=, %=, &amp;=, ^=, |=, </a:t>
          </a:r>
          <a:r>
            <a:rPr lang="ru-RU" b="0" strike="noStrike" spc="-1" dirty="0">
              <a:solidFill>
                <a:srgbClr val="244061"/>
              </a:solidFill>
              <a:latin typeface="Calibri"/>
              <a:ea typeface="DejaVu Sans"/>
            </a:rPr>
            <a:t> &lt;&lt;=, &gt;&gt;= </a:t>
          </a:r>
          <a:endParaRPr lang="en-US" dirty="0"/>
        </a:p>
      </dgm:t>
    </dgm:pt>
    <dgm:pt modelId="{87D27250-5166-457F-B714-C7B60ACB3151}" type="parTrans" cxnId="{3B36478A-107E-4C63-867A-D5B67E404D85}">
      <dgm:prSet/>
      <dgm:spPr/>
      <dgm:t>
        <a:bodyPr/>
        <a:lstStyle/>
        <a:p>
          <a:endParaRPr lang="en-US"/>
        </a:p>
      </dgm:t>
    </dgm:pt>
    <dgm:pt modelId="{72D6CAB5-36C6-4214-832D-BA5F974557FF}" type="sibTrans" cxnId="{3B36478A-107E-4C63-867A-D5B67E404D85}">
      <dgm:prSet/>
      <dgm:spPr/>
      <dgm:t>
        <a:bodyPr/>
        <a:lstStyle/>
        <a:p>
          <a:endParaRPr lang="en-US"/>
        </a:p>
      </dgm:t>
    </dgm:pt>
    <dgm:pt modelId="{C4274C33-27E1-4BA0-A579-A695280A7344}" type="pres">
      <dgm:prSet presAssocID="{45D20B82-2EEC-4B68-9F12-0C9CAC8ACC57}" presName="linear" presStyleCnt="0">
        <dgm:presLayoutVars>
          <dgm:animLvl val="lvl"/>
          <dgm:resizeHandles val="exact"/>
        </dgm:presLayoutVars>
      </dgm:prSet>
      <dgm:spPr/>
    </dgm:pt>
    <dgm:pt modelId="{D09F8F76-57CA-4C9C-9F0A-01251E4D5156}" type="pres">
      <dgm:prSet presAssocID="{DB9179C0-96DA-4A5B-8F90-DB0BE8866D8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7856CE3-0A22-4F9D-A1B6-2731E9E97E18}" type="pres">
      <dgm:prSet presAssocID="{02E6EAB0-C9BA-401B-AFA0-9E0B1F8E5022}" presName="spacer" presStyleCnt="0"/>
      <dgm:spPr/>
    </dgm:pt>
    <dgm:pt modelId="{EC1BFF6C-0F8B-4470-960A-6806ED49CB64}" type="pres">
      <dgm:prSet presAssocID="{69BDF084-EA56-49FD-8511-F3362A28B73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8EEB8D5-6059-4352-B73C-70CBCE85BE2D}" type="pres">
      <dgm:prSet presAssocID="{BCA9A852-1E3D-4F11-A0AF-D7ECE1093D87}" presName="spacer" presStyleCnt="0"/>
      <dgm:spPr/>
    </dgm:pt>
    <dgm:pt modelId="{73582DFB-B615-4AD1-A1D3-2C3747BB417C}" type="pres">
      <dgm:prSet presAssocID="{EDE140CC-A9AF-4CDE-A7F2-A5999232FCB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77A156B-942E-440F-A30B-B084EF4F112B}" type="pres">
      <dgm:prSet presAssocID="{DCBB2559-F042-4564-AF26-8FAF1A3FF9A9}" presName="spacer" presStyleCnt="0"/>
      <dgm:spPr/>
    </dgm:pt>
    <dgm:pt modelId="{636C558B-345E-4058-AD1F-390AB97C762F}" type="pres">
      <dgm:prSet presAssocID="{123F667B-0786-4007-B1BA-205543A89FB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B21CEA0-9DF4-4BEE-AD46-FDA62273ACD5}" type="pres">
      <dgm:prSet presAssocID="{DA20BC02-D068-4166-B74A-29FF6A20577B}" presName="spacer" presStyleCnt="0"/>
      <dgm:spPr/>
    </dgm:pt>
    <dgm:pt modelId="{7AB147CA-E968-41DA-AE07-E7FD403FF2B7}" type="pres">
      <dgm:prSet presAssocID="{50A1A711-A516-4E7E-A302-569C4D54B0C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96B094A-F285-4524-9C84-8B52E4BBDC70}" type="pres">
      <dgm:prSet presAssocID="{B0314BB1-F495-40E2-A8E5-17AE05437455}" presName="spacer" presStyleCnt="0"/>
      <dgm:spPr/>
    </dgm:pt>
    <dgm:pt modelId="{29F9CF23-D87D-403F-A6AC-D656B9D14ADE}" type="pres">
      <dgm:prSet presAssocID="{197C2621-251E-4F1C-B672-62AA5A23F41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E61190D-0C15-4D85-99E8-878278F9E3D6}" srcId="{45D20B82-2EEC-4B68-9F12-0C9CAC8ACC57}" destId="{50A1A711-A516-4E7E-A302-569C4D54B0C5}" srcOrd="4" destOrd="0" parTransId="{23A5E00C-20AF-4B0A-ADE2-5DCAAC3810E1}" sibTransId="{B0314BB1-F495-40E2-A8E5-17AE05437455}"/>
    <dgm:cxn modelId="{1CDB0234-C45A-4DCE-86CA-EFBD285A148D}" srcId="{45D20B82-2EEC-4B68-9F12-0C9CAC8ACC57}" destId="{EDE140CC-A9AF-4CDE-A7F2-A5999232FCBC}" srcOrd="2" destOrd="0" parTransId="{EDA43BA1-F518-4229-852F-489B902B6F55}" sibTransId="{DCBB2559-F042-4564-AF26-8FAF1A3FF9A9}"/>
    <dgm:cxn modelId="{94678142-D35B-4B75-9AFD-F779636F1210}" type="presOf" srcId="{50A1A711-A516-4E7E-A302-569C4D54B0C5}" destId="{7AB147CA-E968-41DA-AE07-E7FD403FF2B7}" srcOrd="0" destOrd="0" presId="urn:microsoft.com/office/officeart/2005/8/layout/vList2"/>
    <dgm:cxn modelId="{3C546944-E033-422A-9E47-A164315C57E0}" type="presOf" srcId="{45D20B82-2EEC-4B68-9F12-0C9CAC8ACC57}" destId="{C4274C33-27E1-4BA0-A579-A695280A7344}" srcOrd="0" destOrd="0" presId="urn:microsoft.com/office/officeart/2005/8/layout/vList2"/>
    <dgm:cxn modelId="{6E660269-3838-48B7-A75C-552D89868B45}" type="presOf" srcId="{EDE140CC-A9AF-4CDE-A7F2-A5999232FCBC}" destId="{73582DFB-B615-4AD1-A1D3-2C3747BB417C}" srcOrd="0" destOrd="0" presId="urn:microsoft.com/office/officeart/2005/8/layout/vList2"/>
    <dgm:cxn modelId="{F2EC3554-91F4-4444-BF71-D65F2811A90C}" srcId="{45D20B82-2EEC-4B68-9F12-0C9CAC8ACC57}" destId="{123F667B-0786-4007-B1BA-205543A89FB5}" srcOrd="3" destOrd="0" parTransId="{06DEBEA7-925D-4209-B5E1-6F77250F29A6}" sibTransId="{DA20BC02-D068-4166-B74A-29FF6A20577B}"/>
    <dgm:cxn modelId="{92076675-8D69-4AA1-9D87-25980EFEAC59}" srcId="{45D20B82-2EEC-4B68-9F12-0C9CAC8ACC57}" destId="{69BDF084-EA56-49FD-8511-F3362A28B734}" srcOrd="1" destOrd="0" parTransId="{9785BC32-110C-4B45-BAE4-76C0C40F6DAF}" sibTransId="{BCA9A852-1E3D-4F11-A0AF-D7ECE1093D87}"/>
    <dgm:cxn modelId="{3B36478A-107E-4C63-867A-D5B67E404D85}" srcId="{45D20B82-2EEC-4B68-9F12-0C9CAC8ACC57}" destId="{197C2621-251E-4F1C-B672-62AA5A23F41A}" srcOrd="5" destOrd="0" parTransId="{87D27250-5166-457F-B714-C7B60ACB3151}" sibTransId="{72D6CAB5-36C6-4214-832D-BA5F974557FF}"/>
    <dgm:cxn modelId="{9B893D94-8AE0-4B10-8D4F-085CD48FA935}" type="presOf" srcId="{197C2621-251E-4F1C-B672-62AA5A23F41A}" destId="{29F9CF23-D87D-403F-A6AC-D656B9D14ADE}" srcOrd="0" destOrd="0" presId="urn:microsoft.com/office/officeart/2005/8/layout/vList2"/>
    <dgm:cxn modelId="{100FBDD2-859A-4D90-9429-3405DA397EB4}" type="presOf" srcId="{69BDF084-EA56-49FD-8511-F3362A28B734}" destId="{EC1BFF6C-0F8B-4470-960A-6806ED49CB64}" srcOrd="0" destOrd="0" presId="urn:microsoft.com/office/officeart/2005/8/layout/vList2"/>
    <dgm:cxn modelId="{630823DC-C4D8-4E53-8B37-72F24B0E56B7}" srcId="{45D20B82-2EEC-4B68-9F12-0C9CAC8ACC57}" destId="{DB9179C0-96DA-4A5B-8F90-DB0BE8866D8E}" srcOrd="0" destOrd="0" parTransId="{B8A77734-AED8-4098-A6FE-F8DEEE240BDE}" sibTransId="{02E6EAB0-C9BA-401B-AFA0-9E0B1F8E5022}"/>
    <dgm:cxn modelId="{EC958DE7-3E3B-462A-94AD-A0DCBD9A8D09}" type="presOf" srcId="{123F667B-0786-4007-B1BA-205543A89FB5}" destId="{636C558B-345E-4058-AD1F-390AB97C762F}" srcOrd="0" destOrd="0" presId="urn:microsoft.com/office/officeart/2005/8/layout/vList2"/>
    <dgm:cxn modelId="{EDCF23FF-B244-4E17-8091-2D3F51639CFC}" type="presOf" srcId="{DB9179C0-96DA-4A5B-8F90-DB0BE8866D8E}" destId="{D09F8F76-57CA-4C9C-9F0A-01251E4D5156}" srcOrd="0" destOrd="0" presId="urn:microsoft.com/office/officeart/2005/8/layout/vList2"/>
    <dgm:cxn modelId="{A2DB4F98-4379-4E80-AE3F-E6DFEEE593D5}" type="presParOf" srcId="{C4274C33-27E1-4BA0-A579-A695280A7344}" destId="{D09F8F76-57CA-4C9C-9F0A-01251E4D5156}" srcOrd="0" destOrd="0" presId="urn:microsoft.com/office/officeart/2005/8/layout/vList2"/>
    <dgm:cxn modelId="{DCEF8995-2D2E-4A58-A68C-E2C4C5102074}" type="presParOf" srcId="{C4274C33-27E1-4BA0-A579-A695280A7344}" destId="{47856CE3-0A22-4F9D-A1B6-2731E9E97E18}" srcOrd="1" destOrd="0" presId="urn:microsoft.com/office/officeart/2005/8/layout/vList2"/>
    <dgm:cxn modelId="{EFB15DDD-9514-4C3E-AF87-DC124D9F5903}" type="presParOf" srcId="{C4274C33-27E1-4BA0-A579-A695280A7344}" destId="{EC1BFF6C-0F8B-4470-960A-6806ED49CB64}" srcOrd="2" destOrd="0" presId="urn:microsoft.com/office/officeart/2005/8/layout/vList2"/>
    <dgm:cxn modelId="{6B1F482D-CEEC-44C8-AEC0-8C22E6262615}" type="presParOf" srcId="{C4274C33-27E1-4BA0-A579-A695280A7344}" destId="{C8EEB8D5-6059-4352-B73C-70CBCE85BE2D}" srcOrd="3" destOrd="0" presId="urn:microsoft.com/office/officeart/2005/8/layout/vList2"/>
    <dgm:cxn modelId="{A873EBAD-BEB2-448A-83CD-0B5FDF3AB2CB}" type="presParOf" srcId="{C4274C33-27E1-4BA0-A579-A695280A7344}" destId="{73582DFB-B615-4AD1-A1D3-2C3747BB417C}" srcOrd="4" destOrd="0" presId="urn:microsoft.com/office/officeart/2005/8/layout/vList2"/>
    <dgm:cxn modelId="{117B9253-8BCD-4649-AE7E-1F47D7B693A6}" type="presParOf" srcId="{C4274C33-27E1-4BA0-A579-A695280A7344}" destId="{477A156B-942E-440F-A30B-B084EF4F112B}" srcOrd="5" destOrd="0" presId="urn:microsoft.com/office/officeart/2005/8/layout/vList2"/>
    <dgm:cxn modelId="{85322AB8-110C-4CDA-9DFC-3AD00941892E}" type="presParOf" srcId="{C4274C33-27E1-4BA0-A579-A695280A7344}" destId="{636C558B-345E-4058-AD1F-390AB97C762F}" srcOrd="6" destOrd="0" presId="urn:microsoft.com/office/officeart/2005/8/layout/vList2"/>
    <dgm:cxn modelId="{9EE5584A-5CBC-4851-899E-6FB4C9B19C94}" type="presParOf" srcId="{C4274C33-27E1-4BA0-A579-A695280A7344}" destId="{9B21CEA0-9DF4-4BEE-AD46-FDA62273ACD5}" srcOrd="7" destOrd="0" presId="urn:microsoft.com/office/officeart/2005/8/layout/vList2"/>
    <dgm:cxn modelId="{4B61017E-8C30-496E-8DEF-FE487D0A18C1}" type="presParOf" srcId="{C4274C33-27E1-4BA0-A579-A695280A7344}" destId="{7AB147CA-E968-41DA-AE07-E7FD403FF2B7}" srcOrd="8" destOrd="0" presId="urn:microsoft.com/office/officeart/2005/8/layout/vList2"/>
    <dgm:cxn modelId="{DC787C91-A317-464E-AB44-4C351585DE45}" type="presParOf" srcId="{C4274C33-27E1-4BA0-A579-A695280A7344}" destId="{B96B094A-F285-4524-9C84-8B52E4BBDC70}" srcOrd="9" destOrd="0" presId="urn:microsoft.com/office/officeart/2005/8/layout/vList2"/>
    <dgm:cxn modelId="{6B627F31-05EB-48D3-98C2-4FAF8747E625}" type="presParOf" srcId="{C4274C33-27E1-4BA0-A579-A695280A7344}" destId="{29F9CF23-D87D-403F-A6AC-D656B9D14AD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439AA2-214D-4083-BF87-E4606C7A7712}" type="doc">
      <dgm:prSet loTypeId="urn:microsoft.com/office/officeart/2005/8/layout/pList1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91A5E2-4440-431B-8412-68D689832651}">
      <dgm:prSet phldrT="[Text]"/>
      <dgm:spPr/>
      <dgm:t>
        <a:bodyPr/>
        <a:lstStyle/>
        <a:p>
          <a:r>
            <a:rPr lang="ru-RU" b="0" i="0" dirty="0"/>
            <a:t>++ (префиксный инкремент)</a:t>
          </a:r>
          <a:endParaRPr lang="en-US" b="0" dirty="0"/>
        </a:p>
      </dgm:t>
    </dgm:pt>
    <dgm:pt modelId="{192D3A7F-59F5-4778-8EA1-055C3547A982}" type="parTrans" cxnId="{7FE04F42-13D8-4F3D-9DA6-96768A19296B}">
      <dgm:prSet/>
      <dgm:spPr/>
      <dgm:t>
        <a:bodyPr/>
        <a:lstStyle/>
        <a:p>
          <a:endParaRPr lang="en-US"/>
        </a:p>
      </dgm:t>
    </dgm:pt>
    <dgm:pt modelId="{46B499C7-F0CE-471B-A591-FCBC8128CDA0}" type="sibTrans" cxnId="{7FE04F42-13D8-4F3D-9DA6-96768A19296B}">
      <dgm:prSet/>
      <dgm:spPr/>
      <dgm:t>
        <a:bodyPr/>
        <a:lstStyle/>
        <a:p>
          <a:endParaRPr lang="en-US"/>
        </a:p>
      </dgm:t>
    </dgm:pt>
    <dgm:pt modelId="{824A33C3-36AE-4D2F-B838-DA7B4A08A9FE}">
      <dgm:prSet phldrT="[Text]"/>
      <dgm:spPr/>
      <dgm:t>
        <a:bodyPr/>
        <a:lstStyle/>
        <a:p>
          <a:r>
            <a:rPr lang="ru-RU" b="0" i="0" dirty="0"/>
            <a:t>++ (постфиксный инкремент)</a:t>
          </a:r>
          <a:endParaRPr lang="en-US" b="0" dirty="0"/>
        </a:p>
      </dgm:t>
    </dgm:pt>
    <dgm:pt modelId="{EE352F55-0737-47A7-98E6-5939B358B7B4}" type="parTrans" cxnId="{7B0144C1-B4E9-41DA-8B5C-AE9A1EBB5D1A}">
      <dgm:prSet/>
      <dgm:spPr/>
      <dgm:t>
        <a:bodyPr/>
        <a:lstStyle/>
        <a:p>
          <a:endParaRPr lang="en-US"/>
        </a:p>
      </dgm:t>
    </dgm:pt>
    <dgm:pt modelId="{60986F99-0591-4747-94D2-0732A8B3E363}" type="sibTrans" cxnId="{7B0144C1-B4E9-41DA-8B5C-AE9A1EBB5D1A}">
      <dgm:prSet/>
      <dgm:spPr/>
      <dgm:t>
        <a:bodyPr/>
        <a:lstStyle/>
        <a:p>
          <a:endParaRPr lang="en-US"/>
        </a:p>
      </dgm:t>
    </dgm:pt>
    <dgm:pt modelId="{8D83D311-C48D-402B-8A66-9F45E6E14E20}">
      <dgm:prSet phldrT="[Text]"/>
      <dgm:spPr/>
      <dgm:t>
        <a:bodyPr/>
        <a:lstStyle/>
        <a:p>
          <a:r>
            <a:rPr lang="ru-RU" b="0" i="0" dirty="0"/>
            <a:t>-- (префиксный декремент)</a:t>
          </a:r>
          <a:endParaRPr lang="en-US" b="0" dirty="0"/>
        </a:p>
      </dgm:t>
    </dgm:pt>
    <dgm:pt modelId="{B23747B3-168E-495A-8B0F-7799BBF67656}" type="parTrans" cxnId="{69E30EF2-6D96-4ABD-8F23-78CCE44D4057}">
      <dgm:prSet/>
      <dgm:spPr/>
      <dgm:t>
        <a:bodyPr/>
        <a:lstStyle/>
        <a:p>
          <a:endParaRPr lang="en-US"/>
        </a:p>
      </dgm:t>
    </dgm:pt>
    <dgm:pt modelId="{622ED50D-4C5B-42B8-BA04-291CE3A29686}" type="sibTrans" cxnId="{69E30EF2-6D96-4ABD-8F23-78CCE44D4057}">
      <dgm:prSet/>
      <dgm:spPr/>
      <dgm:t>
        <a:bodyPr/>
        <a:lstStyle/>
        <a:p>
          <a:endParaRPr lang="en-US"/>
        </a:p>
      </dgm:t>
    </dgm:pt>
    <dgm:pt modelId="{F49D95DF-5980-400E-96CF-F6C25F535100}">
      <dgm:prSet phldrT="[Text]"/>
      <dgm:spPr/>
      <dgm:t>
        <a:bodyPr/>
        <a:lstStyle/>
        <a:p>
          <a:r>
            <a:rPr lang="ru-RU" b="0" i="0" dirty="0"/>
            <a:t>-- (постфиксный декремент)</a:t>
          </a:r>
          <a:endParaRPr lang="en-US" b="0" dirty="0"/>
        </a:p>
      </dgm:t>
    </dgm:pt>
    <dgm:pt modelId="{2A10C083-DF68-4978-9179-D131E0B4F69F}" type="parTrans" cxnId="{349AD56D-4940-4125-8D74-8918CEF94904}">
      <dgm:prSet/>
      <dgm:spPr/>
      <dgm:t>
        <a:bodyPr/>
        <a:lstStyle/>
        <a:p>
          <a:endParaRPr lang="en-US"/>
        </a:p>
      </dgm:t>
    </dgm:pt>
    <dgm:pt modelId="{48D7FBC0-CBB4-4AE1-ADD8-05E6DB2E5F6E}" type="sibTrans" cxnId="{349AD56D-4940-4125-8D74-8918CEF94904}">
      <dgm:prSet/>
      <dgm:spPr/>
      <dgm:t>
        <a:bodyPr/>
        <a:lstStyle/>
        <a:p>
          <a:endParaRPr lang="en-US"/>
        </a:p>
      </dgm:t>
    </dgm:pt>
    <dgm:pt modelId="{E89C3D6C-0360-4EA2-BFE2-BE29160B814B}" type="pres">
      <dgm:prSet presAssocID="{7D439AA2-214D-4083-BF87-E4606C7A7712}" presName="Name0" presStyleCnt="0">
        <dgm:presLayoutVars>
          <dgm:dir/>
          <dgm:resizeHandles val="exact"/>
        </dgm:presLayoutVars>
      </dgm:prSet>
      <dgm:spPr/>
    </dgm:pt>
    <dgm:pt modelId="{BEFE91FC-2F64-4B7B-9F5B-979813E57416}" type="pres">
      <dgm:prSet presAssocID="{DC91A5E2-4440-431B-8412-68D689832651}" presName="compNode" presStyleCnt="0"/>
      <dgm:spPr/>
    </dgm:pt>
    <dgm:pt modelId="{B3F40CED-3062-455C-9725-683F349DB4E5}" type="pres">
      <dgm:prSet presAssocID="{DC91A5E2-4440-431B-8412-68D689832651}" presName="pictRect" presStyleLbl="node1" presStyleIdx="0" presStyleCnt="4"/>
      <dgm:spPr>
        <a:blipFill rotWithShape="1">
          <a:blip xmlns:r="http://schemas.openxmlformats.org/officeDocument/2006/relationships" r:embed="rId1"/>
          <a:stretch>
            <a:fillRect/>
          </a:stretch>
        </a:blipFill>
        <a:ln>
          <a:solidFill>
            <a:schemeClr val="tx1"/>
          </a:solidFill>
        </a:ln>
      </dgm:spPr>
    </dgm:pt>
    <dgm:pt modelId="{8B3D85AA-5BBB-466D-8804-66FF8F6CC0F0}" type="pres">
      <dgm:prSet presAssocID="{DC91A5E2-4440-431B-8412-68D689832651}" presName="textRect" presStyleLbl="revTx" presStyleIdx="0" presStyleCnt="4">
        <dgm:presLayoutVars>
          <dgm:bulletEnabled val="1"/>
        </dgm:presLayoutVars>
      </dgm:prSet>
      <dgm:spPr/>
    </dgm:pt>
    <dgm:pt modelId="{54DC4EBA-BB50-4378-AA1F-AC2E446A0A2E}" type="pres">
      <dgm:prSet presAssocID="{46B499C7-F0CE-471B-A591-FCBC8128CDA0}" presName="sibTrans" presStyleLbl="sibTrans2D1" presStyleIdx="0" presStyleCnt="0"/>
      <dgm:spPr/>
    </dgm:pt>
    <dgm:pt modelId="{332C1A7F-B6B6-434E-91F3-A070FB943EE8}" type="pres">
      <dgm:prSet presAssocID="{824A33C3-36AE-4D2F-B838-DA7B4A08A9FE}" presName="compNode" presStyleCnt="0"/>
      <dgm:spPr/>
    </dgm:pt>
    <dgm:pt modelId="{1F915350-8DD8-4F20-98FB-B610718F1241}" type="pres">
      <dgm:prSet presAssocID="{824A33C3-36AE-4D2F-B838-DA7B4A08A9FE}" presName="pictRect" presStyleLbl="node1" presStyleIdx="1" presStyleCnt="4"/>
      <dgm:spPr>
        <a:blipFill rotWithShape="1">
          <a:blip xmlns:r="http://schemas.openxmlformats.org/officeDocument/2006/relationships" r:embed="rId2"/>
          <a:stretch>
            <a:fillRect/>
          </a:stretch>
        </a:blipFill>
        <a:ln>
          <a:solidFill>
            <a:schemeClr val="tx1"/>
          </a:solidFill>
        </a:ln>
      </dgm:spPr>
    </dgm:pt>
    <dgm:pt modelId="{6CCED8CD-6D7C-43C1-8C2E-811F7189A179}" type="pres">
      <dgm:prSet presAssocID="{824A33C3-36AE-4D2F-B838-DA7B4A08A9FE}" presName="textRect" presStyleLbl="revTx" presStyleIdx="1" presStyleCnt="4">
        <dgm:presLayoutVars>
          <dgm:bulletEnabled val="1"/>
        </dgm:presLayoutVars>
      </dgm:prSet>
      <dgm:spPr/>
    </dgm:pt>
    <dgm:pt modelId="{87D17287-ED46-4F2D-9B42-C9C12039166D}" type="pres">
      <dgm:prSet presAssocID="{60986F99-0591-4747-94D2-0732A8B3E363}" presName="sibTrans" presStyleLbl="sibTrans2D1" presStyleIdx="0" presStyleCnt="0"/>
      <dgm:spPr/>
    </dgm:pt>
    <dgm:pt modelId="{5A47A538-3FF8-4989-B493-B3304B6E58CF}" type="pres">
      <dgm:prSet presAssocID="{8D83D311-C48D-402B-8A66-9F45E6E14E20}" presName="compNode" presStyleCnt="0"/>
      <dgm:spPr/>
    </dgm:pt>
    <dgm:pt modelId="{F2F33660-6F73-4DA3-B0A1-BB673262CDB7}" type="pres">
      <dgm:prSet presAssocID="{8D83D311-C48D-402B-8A66-9F45E6E14E20}" presName="pictRect" presStyleLbl="node1" presStyleIdx="2" presStyleCnt="4"/>
      <dgm:spPr>
        <a:blipFill rotWithShape="1">
          <a:blip xmlns:r="http://schemas.openxmlformats.org/officeDocument/2006/relationships" r:embed="rId3"/>
          <a:stretch>
            <a:fillRect/>
          </a:stretch>
        </a:blipFill>
        <a:ln>
          <a:solidFill>
            <a:schemeClr val="tx1"/>
          </a:solidFill>
        </a:ln>
      </dgm:spPr>
    </dgm:pt>
    <dgm:pt modelId="{0F220EAB-F53F-4A63-A2C1-28C02C9DE13B}" type="pres">
      <dgm:prSet presAssocID="{8D83D311-C48D-402B-8A66-9F45E6E14E20}" presName="textRect" presStyleLbl="revTx" presStyleIdx="2" presStyleCnt="4">
        <dgm:presLayoutVars>
          <dgm:bulletEnabled val="1"/>
        </dgm:presLayoutVars>
      </dgm:prSet>
      <dgm:spPr/>
    </dgm:pt>
    <dgm:pt modelId="{A5F9AD54-4BF8-412C-8795-C4202BEE1030}" type="pres">
      <dgm:prSet presAssocID="{622ED50D-4C5B-42B8-BA04-291CE3A29686}" presName="sibTrans" presStyleLbl="sibTrans2D1" presStyleIdx="0" presStyleCnt="0"/>
      <dgm:spPr/>
    </dgm:pt>
    <dgm:pt modelId="{C73A087E-4314-4E3D-A48E-60FD57F77748}" type="pres">
      <dgm:prSet presAssocID="{F49D95DF-5980-400E-96CF-F6C25F535100}" presName="compNode" presStyleCnt="0"/>
      <dgm:spPr/>
    </dgm:pt>
    <dgm:pt modelId="{D2D6284E-69AA-4CEB-92E9-57E37E6645E2}" type="pres">
      <dgm:prSet presAssocID="{F49D95DF-5980-400E-96CF-F6C25F535100}" presName="pictRect" presStyleLbl="node1" presStyleIdx="3" presStyleCnt="4"/>
      <dgm:spPr>
        <a:blipFill rotWithShape="1">
          <a:blip xmlns:r="http://schemas.openxmlformats.org/officeDocument/2006/relationships" r:embed="rId4"/>
          <a:stretch>
            <a:fillRect/>
          </a:stretch>
        </a:blipFill>
        <a:ln>
          <a:solidFill>
            <a:schemeClr val="tx1"/>
          </a:solidFill>
        </a:ln>
      </dgm:spPr>
    </dgm:pt>
    <dgm:pt modelId="{E40FDB0E-3200-45E9-8C80-54338F18082C}" type="pres">
      <dgm:prSet presAssocID="{F49D95DF-5980-400E-96CF-F6C25F535100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27441D2D-1B31-43A5-A311-F294320281B1}" type="presOf" srcId="{46B499C7-F0CE-471B-A591-FCBC8128CDA0}" destId="{54DC4EBA-BB50-4378-AA1F-AC2E446A0A2E}" srcOrd="0" destOrd="0" presId="urn:microsoft.com/office/officeart/2005/8/layout/pList1"/>
    <dgm:cxn modelId="{7FE04F42-13D8-4F3D-9DA6-96768A19296B}" srcId="{7D439AA2-214D-4083-BF87-E4606C7A7712}" destId="{DC91A5E2-4440-431B-8412-68D689832651}" srcOrd="0" destOrd="0" parTransId="{192D3A7F-59F5-4778-8EA1-055C3547A982}" sibTransId="{46B499C7-F0CE-471B-A591-FCBC8128CDA0}"/>
    <dgm:cxn modelId="{24078E69-F778-4DFD-A2EC-EA005E7947F7}" type="presOf" srcId="{824A33C3-36AE-4D2F-B838-DA7B4A08A9FE}" destId="{6CCED8CD-6D7C-43C1-8C2E-811F7189A179}" srcOrd="0" destOrd="0" presId="urn:microsoft.com/office/officeart/2005/8/layout/pList1"/>
    <dgm:cxn modelId="{349AD56D-4940-4125-8D74-8918CEF94904}" srcId="{7D439AA2-214D-4083-BF87-E4606C7A7712}" destId="{F49D95DF-5980-400E-96CF-F6C25F535100}" srcOrd="3" destOrd="0" parTransId="{2A10C083-DF68-4978-9179-D131E0B4F69F}" sibTransId="{48D7FBC0-CBB4-4AE1-ADD8-05E6DB2E5F6E}"/>
    <dgm:cxn modelId="{C66D3153-6114-41CA-A7FE-45913BD33A95}" type="presOf" srcId="{7D439AA2-214D-4083-BF87-E4606C7A7712}" destId="{E89C3D6C-0360-4EA2-BFE2-BE29160B814B}" srcOrd="0" destOrd="0" presId="urn:microsoft.com/office/officeart/2005/8/layout/pList1"/>
    <dgm:cxn modelId="{4D7F58AB-7C42-4044-B860-27E046FE55C6}" type="presOf" srcId="{8D83D311-C48D-402B-8A66-9F45E6E14E20}" destId="{0F220EAB-F53F-4A63-A2C1-28C02C9DE13B}" srcOrd="0" destOrd="0" presId="urn:microsoft.com/office/officeart/2005/8/layout/pList1"/>
    <dgm:cxn modelId="{77454EAF-441C-43F0-BC5E-AB8C42B2A939}" type="presOf" srcId="{F49D95DF-5980-400E-96CF-F6C25F535100}" destId="{E40FDB0E-3200-45E9-8C80-54338F18082C}" srcOrd="0" destOrd="0" presId="urn:microsoft.com/office/officeart/2005/8/layout/pList1"/>
    <dgm:cxn modelId="{2AD9A6BD-805C-4B52-8F21-F734E349EAD6}" type="presOf" srcId="{DC91A5E2-4440-431B-8412-68D689832651}" destId="{8B3D85AA-5BBB-466D-8804-66FF8F6CC0F0}" srcOrd="0" destOrd="0" presId="urn:microsoft.com/office/officeart/2005/8/layout/pList1"/>
    <dgm:cxn modelId="{7B0144C1-B4E9-41DA-8B5C-AE9A1EBB5D1A}" srcId="{7D439AA2-214D-4083-BF87-E4606C7A7712}" destId="{824A33C3-36AE-4D2F-B838-DA7B4A08A9FE}" srcOrd="1" destOrd="0" parTransId="{EE352F55-0737-47A7-98E6-5939B358B7B4}" sibTransId="{60986F99-0591-4747-94D2-0732A8B3E363}"/>
    <dgm:cxn modelId="{5F1DA0D2-6802-43C6-96F6-BF1D2D8E610E}" type="presOf" srcId="{622ED50D-4C5B-42B8-BA04-291CE3A29686}" destId="{A5F9AD54-4BF8-412C-8795-C4202BEE1030}" srcOrd="0" destOrd="0" presId="urn:microsoft.com/office/officeart/2005/8/layout/pList1"/>
    <dgm:cxn modelId="{F31C3BE3-9AAE-4E61-8084-F0C3FFC18BB1}" type="presOf" srcId="{60986F99-0591-4747-94D2-0732A8B3E363}" destId="{87D17287-ED46-4F2D-9B42-C9C12039166D}" srcOrd="0" destOrd="0" presId="urn:microsoft.com/office/officeart/2005/8/layout/pList1"/>
    <dgm:cxn modelId="{69E30EF2-6D96-4ABD-8F23-78CCE44D4057}" srcId="{7D439AA2-214D-4083-BF87-E4606C7A7712}" destId="{8D83D311-C48D-402B-8A66-9F45E6E14E20}" srcOrd="2" destOrd="0" parTransId="{B23747B3-168E-495A-8B0F-7799BBF67656}" sibTransId="{622ED50D-4C5B-42B8-BA04-291CE3A29686}"/>
    <dgm:cxn modelId="{971F3129-9931-49F7-A333-6E1F319CE29C}" type="presParOf" srcId="{E89C3D6C-0360-4EA2-BFE2-BE29160B814B}" destId="{BEFE91FC-2F64-4B7B-9F5B-979813E57416}" srcOrd="0" destOrd="0" presId="urn:microsoft.com/office/officeart/2005/8/layout/pList1"/>
    <dgm:cxn modelId="{08985B90-0085-4603-84DD-D25C1772E60F}" type="presParOf" srcId="{BEFE91FC-2F64-4B7B-9F5B-979813E57416}" destId="{B3F40CED-3062-455C-9725-683F349DB4E5}" srcOrd="0" destOrd="0" presId="urn:microsoft.com/office/officeart/2005/8/layout/pList1"/>
    <dgm:cxn modelId="{4B9E394D-71BF-4A3B-B97F-ED9BB0CA16D1}" type="presParOf" srcId="{BEFE91FC-2F64-4B7B-9F5B-979813E57416}" destId="{8B3D85AA-5BBB-466D-8804-66FF8F6CC0F0}" srcOrd="1" destOrd="0" presId="urn:microsoft.com/office/officeart/2005/8/layout/pList1"/>
    <dgm:cxn modelId="{3D9EC8CC-7D10-4438-8C60-A11BDFDF8994}" type="presParOf" srcId="{E89C3D6C-0360-4EA2-BFE2-BE29160B814B}" destId="{54DC4EBA-BB50-4378-AA1F-AC2E446A0A2E}" srcOrd="1" destOrd="0" presId="urn:microsoft.com/office/officeart/2005/8/layout/pList1"/>
    <dgm:cxn modelId="{62098154-6242-4D83-A874-BFA7F8AB7142}" type="presParOf" srcId="{E89C3D6C-0360-4EA2-BFE2-BE29160B814B}" destId="{332C1A7F-B6B6-434E-91F3-A070FB943EE8}" srcOrd="2" destOrd="0" presId="urn:microsoft.com/office/officeart/2005/8/layout/pList1"/>
    <dgm:cxn modelId="{16666729-0DF8-45F8-A196-CB612D5A8D9B}" type="presParOf" srcId="{332C1A7F-B6B6-434E-91F3-A070FB943EE8}" destId="{1F915350-8DD8-4F20-98FB-B610718F1241}" srcOrd="0" destOrd="0" presId="urn:microsoft.com/office/officeart/2005/8/layout/pList1"/>
    <dgm:cxn modelId="{A31A4A6B-40FC-42EA-A40B-F5F7D70D2547}" type="presParOf" srcId="{332C1A7F-B6B6-434E-91F3-A070FB943EE8}" destId="{6CCED8CD-6D7C-43C1-8C2E-811F7189A179}" srcOrd="1" destOrd="0" presId="urn:microsoft.com/office/officeart/2005/8/layout/pList1"/>
    <dgm:cxn modelId="{1AC09198-423A-4B2E-BF50-CBF6B4100842}" type="presParOf" srcId="{E89C3D6C-0360-4EA2-BFE2-BE29160B814B}" destId="{87D17287-ED46-4F2D-9B42-C9C12039166D}" srcOrd="3" destOrd="0" presId="urn:microsoft.com/office/officeart/2005/8/layout/pList1"/>
    <dgm:cxn modelId="{15636E9D-2292-4297-B4C8-1CD863054D86}" type="presParOf" srcId="{E89C3D6C-0360-4EA2-BFE2-BE29160B814B}" destId="{5A47A538-3FF8-4989-B493-B3304B6E58CF}" srcOrd="4" destOrd="0" presId="urn:microsoft.com/office/officeart/2005/8/layout/pList1"/>
    <dgm:cxn modelId="{3BE1DF5F-BFA0-459E-97D4-7DD27DCCA0FA}" type="presParOf" srcId="{5A47A538-3FF8-4989-B493-B3304B6E58CF}" destId="{F2F33660-6F73-4DA3-B0A1-BB673262CDB7}" srcOrd="0" destOrd="0" presId="urn:microsoft.com/office/officeart/2005/8/layout/pList1"/>
    <dgm:cxn modelId="{0535E58B-3A22-41FC-BD7A-59B92A7A1A0F}" type="presParOf" srcId="{5A47A538-3FF8-4989-B493-B3304B6E58CF}" destId="{0F220EAB-F53F-4A63-A2C1-28C02C9DE13B}" srcOrd="1" destOrd="0" presId="urn:microsoft.com/office/officeart/2005/8/layout/pList1"/>
    <dgm:cxn modelId="{39576D6B-4250-4F64-A230-6D4164B0DC76}" type="presParOf" srcId="{E89C3D6C-0360-4EA2-BFE2-BE29160B814B}" destId="{A5F9AD54-4BF8-412C-8795-C4202BEE1030}" srcOrd="5" destOrd="0" presId="urn:microsoft.com/office/officeart/2005/8/layout/pList1"/>
    <dgm:cxn modelId="{A3E80904-4BB4-412B-9114-A9A220AE127D}" type="presParOf" srcId="{E89C3D6C-0360-4EA2-BFE2-BE29160B814B}" destId="{C73A087E-4314-4E3D-A48E-60FD57F77748}" srcOrd="6" destOrd="0" presId="urn:microsoft.com/office/officeart/2005/8/layout/pList1"/>
    <dgm:cxn modelId="{7B226B67-11B5-4D4D-A48D-C365C8DF2317}" type="presParOf" srcId="{C73A087E-4314-4E3D-A48E-60FD57F77748}" destId="{D2D6284E-69AA-4CEB-92E9-57E37E6645E2}" srcOrd="0" destOrd="0" presId="urn:microsoft.com/office/officeart/2005/8/layout/pList1"/>
    <dgm:cxn modelId="{E4095D8E-A126-4071-89B4-860FDE2BDCCA}" type="presParOf" srcId="{C73A087E-4314-4E3D-A48E-60FD57F77748}" destId="{E40FDB0E-3200-45E9-8C80-54338F18082C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EBBD5F-8DB2-4B31-8045-EA1559A37505}" type="doc">
      <dgm:prSet loTypeId="urn:microsoft.com/office/officeart/2008/layout/AlternatingHexagons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E582F50-FEC7-4E02-87BF-288E58FA4F03}">
      <dgm:prSet phldrT="[Text]"/>
      <dgm:spPr/>
      <dgm:t>
        <a:bodyPr/>
        <a:lstStyle/>
        <a:p>
          <a:r>
            <a:rPr lang="en-US" dirty="0"/>
            <a:t>==</a:t>
          </a:r>
        </a:p>
      </dgm:t>
    </dgm:pt>
    <dgm:pt modelId="{B296FFBB-7201-4E4D-A936-BC0D9D772327}" type="parTrans" cxnId="{C78CBC7C-8522-4D41-A90F-8B2BCC41898C}">
      <dgm:prSet/>
      <dgm:spPr/>
      <dgm:t>
        <a:bodyPr/>
        <a:lstStyle/>
        <a:p>
          <a:endParaRPr lang="en-US"/>
        </a:p>
      </dgm:t>
    </dgm:pt>
    <dgm:pt modelId="{99A6AFF5-2530-4EDA-AD95-943DE859198E}" type="sibTrans" cxnId="{C78CBC7C-8522-4D41-A90F-8B2BCC41898C}">
      <dgm:prSet/>
      <dgm:spPr/>
      <dgm:t>
        <a:bodyPr/>
        <a:lstStyle/>
        <a:p>
          <a:r>
            <a:rPr lang="en-US" dirty="0"/>
            <a:t>!=</a:t>
          </a:r>
        </a:p>
      </dgm:t>
    </dgm:pt>
    <dgm:pt modelId="{BF699A74-10AA-4267-A125-E108154BA7FD}">
      <dgm:prSet phldrT="[Text]"/>
      <dgm:spPr/>
      <dgm:t>
        <a:bodyPr/>
        <a:lstStyle/>
        <a:p>
          <a:r>
            <a:rPr lang="en-US" dirty="0"/>
            <a:t>&gt;</a:t>
          </a:r>
        </a:p>
      </dgm:t>
    </dgm:pt>
    <dgm:pt modelId="{0F152F72-8D56-4730-9197-3D7921D942EC}" type="parTrans" cxnId="{C6D32242-D6D3-4797-877B-38A08F4B4FB4}">
      <dgm:prSet/>
      <dgm:spPr/>
      <dgm:t>
        <a:bodyPr/>
        <a:lstStyle/>
        <a:p>
          <a:endParaRPr lang="en-US"/>
        </a:p>
      </dgm:t>
    </dgm:pt>
    <dgm:pt modelId="{EFEF8377-7CD3-4E8A-9A2E-88CED22C241A}" type="sibTrans" cxnId="{C6D32242-D6D3-4797-877B-38A08F4B4FB4}">
      <dgm:prSet/>
      <dgm:spPr/>
      <dgm:t>
        <a:bodyPr/>
        <a:lstStyle/>
        <a:p>
          <a:r>
            <a:rPr lang="en-US" dirty="0"/>
            <a:t>&lt;</a:t>
          </a:r>
        </a:p>
      </dgm:t>
    </dgm:pt>
    <dgm:pt modelId="{97BA950F-1D94-4D7C-9019-E56ED3981A31}">
      <dgm:prSet phldrT="[Text]"/>
      <dgm:spPr/>
      <dgm:t>
        <a:bodyPr/>
        <a:lstStyle/>
        <a:p>
          <a:endParaRPr lang="en-US" dirty="0"/>
        </a:p>
      </dgm:t>
    </dgm:pt>
    <dgm:pt modelId="{2D117848-9E85-4336-91D9-0D2B1CEA7C39}" type="parTrans" cxnId="{50F6594A-09A9-435B-8003-08794410F3BA}">
      <dgm:prSet/>
      <dgm:spPr/>
      <dgm:t>
        <a:bodyPr/>
        <a:lstStyle/>
        <a:p>
          <a:endParaRPr lang="en-US"/>
        </a:p>
      </dgm:t>
    </dgm:pt>
    <dgm:pt modelId="{5EBA97FE-A5E7-45BF-BC36-7ADD730EE4BC}" type="sibTrans" cxnId="{50F6594A-09A9-435B-8003-08794410F3BA}">
      <dgm:prSet/>
      <dgm:spPr/>
      <dgm:t>
        <a:bodyPr/>
        <a:lstStyle/>
        <a:p>
          <a:endParaRPr lang="en-US"/>
        </a:p>
      </dgm:t>
    </dgm:pt>
    <dgm:pt modelId="{5EB7D723-3FF7-4196-978E-FB316138B29A}">
      <dgm:prSet phldrT="[Text]"/>
      <dgm:spPr/>
      <dgm:t>
        <a:bodyPr/>
        <a:lstStyle/>
        <a:p>
          <a:r>
            <a:rPr lang="en-US" dirty="0"/>
            <a:t>&gt;=</a:t>
          </a:r>
        </a:p>
      </dgm:t>
    </dgm:pt>
    <dgm:pt modelId="{EF529573-BE7D-4588-9123-B17941F27158}" type="parTrans" cxnId="{B02FC5EC-DF7C-4B56-8759-0DD9E0221943}">
      <dgm:prSet/>
      <dgm:spPr/>
      <dgm:t>
        <a:bodyPr/>
        <a:lstStyle/>
        <a:p>
          <a:endParaRPr lang="en-US"/>
        </a:p>
      </dgm:t>
    </dgm:pt>
    <dgm:pt modelId="{3CF38479-F11D-468F-91DC-C0156997EDE8}" type="sibTrans" cxnId="{B02FC5EC-DF7C-4B56-8759-0DD9E0221943}">
      <dgm:prSet/>
      <dgm:spPr/>
      <dgm:t>
        <a:bodyPr/>
        <a:lstStyle/>
        <a:p>
          <a:r>
            <a:rPr lang="en-US" dirty="0"/>
            <a:t>&lt;=</a:t>
          </a:r>
        </a:p>
      </dgm:t>
    </dgm:pt>
    <dgm:pt modelId="{36BCB00B-1E32-4290-AD0D-1CE7E1036D55}">
      <dgm:prSet phldrT="[Text]"/>
      <dgm:spPr/>
      <dgm:t>
        <a:bodyPr/>
        <a:lstStyle/>
        <a:p>
          <a:endParaRPr lang="en-US" dirty="0"/>
        </a:p>
      </dgm:t>
    </dgm:pt>
    <dgm:pt modelId="{094740CB-BECD-4B7B-BC21-2593FA29D77F}" type="parTrans" cxnId="{412290C7-62BD-4E73-A6B5-1E3140F5B195}">
      <dgm:prSet/>
      <dgm:spPr/>
      <dgm:t>
        <a:bodyPr/>
        <a:lstStyle/>
        <a:p>
          <a:endParaRPr lang="en-US"/>
        </a:p>
      </dgm:t>
    </dgm:pt>
    <dgm:pt modelId="{7583E93F-6CC0-4E6C-B61B-CF9B1D55A517}" type="sibTrans" cxnId="{412290C7-62BD-4E73-A6B5-1E3140F5B195}">
      <dgm:prSet/>
      <dgm:spPr/>
      <dgm:t>
        <a:bodyPr/>
        <a:lstStyle/>
        <a:p>
          <a:endParaRPr lang="en-US"/>
        </a:p>
      </dgm:t>
    </dgm:pt>
    <dgm:pt modelId="{A595993E-2E98-4BC0-8781-BD65828E9BED}" type="pres">
      <dgm:prSet presAssocID="{E3EBBD5F-8DB2-4B31-8045-EA1559A37505}" presName="Name0" presStyleCnt="0">
        <dgm:presLayoutVars>
          <dgm:chMax/>
          <dgm:chPref/>
          <dgm:dir/>
          <dgm:animLvl val="lvl"/>
        </dgm:presLayoutVars>
      </dgm:prSet>
      <dgm:spPr/>
    </dgm:pt>
    <dgm:pt modelId="{19CBBD34-1B3E-4B4F-B7FD-38524A24C2D7}" type="pres">
      <dgm:prSet presAssocID="{AE582F50-FEC7-4E02-87BF-288E58FA4F03}" presName="composite" presStyleCnt="0"/>
      <dgm:spPr/>
    </dgm:pt>
    <dgm:pt modelId="{4C1A4154-433A-4DC9-ACA6-3E220DE71636}" type="pres">
      <dgm:prSet presAssocID="{AE582F50-FEC7-4E02-87BF-288E58FA4F03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6FB371BB-EC4D-4C22-A28B-87C8D6C44D48}" type="pres">
      <dgm:prSet presAssocID="{AE582F50-FEC7-4E02-87BF-288E58FA4F0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04A449A2-A879-4912-A159-F02B7433A41E}" type="pres">
      <dgm:prSet presAssocID="{AE582F50-FEC7-4E02-87BF-288E58FA4F03}" presName="BalanceSpacing" presStyleCnt="0"/>
      <dgm:spPr/>
    </dgm:pt>
    <dgm:pt modelId="{C2648C1F-BECF-4BCA-BC4A-DF521C5FFFB7}" type="pres">
      <dgm:prSet presAssocID="{AE582F50-FEC7-4E02-87BF-288E58FA4F03}" presName="BalanceSpacing1" presStyleCnt="0"/>
      <dgm:spPr/>
    </dgm:pt>
    <dgm:pt modelId="{A38AE363-9B84-463C-8FC5-6D83D1562FF0}" type="pres">
      <dgm:prSet presAssocID="{99A6AFF5-2530-4EDA-AD95-943DE859198E}" presName="Accent1Text" presStyleLbl="node1" presStyleIdx="1" presStyleCnt="6"/>
      <dgm:spPr/>
    </dgm:pt>
    <dgm:pt modelId="{51F40678-7CB0-47E1-9F5D-FA747045551F}" type="pres">
      <dgm:prSet presAssocID="{99A6AFF5-2530-4EDA-AD95-943DE859198E}" presName="spaceBetweenRectangles" presStyleCnt="0"/>
      <dgm:spPr/>
    </dgm:pt>
    <dgm:pt modelId="{DF79E803-A411-4145-A71E-6FCB0C3556B4}" type="pres">
      <dgm:prSet presAssocID="{BF699A74-10AA-4267-A125-E108154BA7FD}" presName="composite" presStyleCnt="0"/>
      <dgm:spPr/>
    </dgm:pt>
    <dgm:pt modelId="{CF00836A-AEBC-4F1B-B17D-7E865AC86817}" type="pres">
      <dgm:prSet presAssocID="{BF699A74-10AA-4267-A125-E108154BA7FD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696F524-0EE0-4FD7-96FB-92D3E5272400}" type="pres">
      <dgm:prSet presAssocID="{BF699A74-10AA-4267-A125-E108154BA7FD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EE107C2-791D-41FE-858F-27263F26A01F}" type="pres">
      <dgm:prSet presAssocID="{BF699A74-10AA-4267-A125-E108154BA7FD}" presName="BalanceSpacing" presStyleCnt="0"/>
      <dgm:spPr/>
    </dgm:pt>
    <dgm:pt modelId="{E63D5EBE-5574-4B07-B08B-94F97F6B025A}" type="pres">
      <dgm:prSet presAssocID="{BF699A74-10AA-4267-A125-E108154BA7FD}" presName="BalanceSpacing1" presStyleCnt="0"/>
      <dgm:spPr/>
    </dgm:pt>
    <dgm:pt modelId="{9848A561-60C6-4591-A4DC-578C298C4B67}" type="pres">
      <dgm:prSet presAssocID="{EFEF8377-7CD3-4E8A-9A2E-88CED22C241A}" presName="Accent1Text" presStyleLbl="node1" presStyleIdx="3" presStyleCnt="6"/>
      <dgm:spPr/>
    </dgm:pt>
    <dgm:pt modelId="{A172FDEB-551B-492F-971A-53A2CA290709}" type="pres">
      <dgm:prSet presAssocID="{EFEF8377-7CD3-4E8A-9A2E-88CED22C241A}" presName="spaceBetweenRectangles" presStyleCnt="0"/>
      <dgm:spPr/>
    </dgm:pt>
    <dgm:pt modelId="{3B979696-8283-4437-A2F2-450946A30901}" type="pres">
      <dgm:prSet presAssocID="{5EB7D723-3FF7-4196-978E-FB316138B29A}" presName="composite" presStyleCnt="0"/>
      <dgm:spPr/>
    </dgm:pt>
    <dgm:pt modelId="{7ED151AD-5A0F-4439-968F-FA77087005D8}" type="pres">
      <dgm:prSet presAssocID="{5EB7D723-3FF7-4196-978E-FB316138B29A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CB5CC0FC-658F-4F66-88F4-BB5DABF44C74}" type="pres">
      <dgm:prSet presAssocID="{5EB7D723-3FF7-4196-978E-FB316138B29A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9D332739-FB37-4618-B725-26762FDDEAD8}" type="pres">
      <dgm:prSet presAssocID="{5EB7D723-3FF7-4196-978E-FB316138B29A}" presName="BalanceSpacing" presStyleCnt="0"/>
      <dgm:spPr/>
    </dgm:pt>
    <dgm:pt modelId="{3696D286-2FBA-4FFF-99E0-D1E20D6C637E}" type="pres">
      <dgm:prSet presAssocID="{5EB7D723-3FF7-4196-978E-FB316138B29A}" presName="BalanceSpacing1" presStyleCnt="0"/>
      <dgm:spPr/>
    </dgm:pt>
    <dgm:pt modelId="{56D9E3FE-BF07-4FED-B6D3-C0EBCDE72A0A}" type="pres">
      <dgm:prSet presAssocID="{3CF38479-F11D-468F-91DC-C0156997EDE8}" presName="Accent1Text" presStyleLbl="node1" presStyleIdx="5" presStyleCnt="6"/>
      <dgm:spPr/>
    </dgm:pt>
  </dgm:ptLst>
  <dgm:cxnLst>
    <dgm:cxn modelId="{2769B412-4356-4506-8DCD-86643B3F56C4}" type="presOf" srcId="{36BCB00B-1E32-4290-AD0D-1CE7E1036D55}" destId="{CB5CC0FC-658F-4F66-88F4-BB5DABF44C74}" srcOrd="0" destOrd="0" presId="urn:microsoft.com/office/officeart/2008/layout/AlternatingHexagons"/>
    <dgm:cxn modelId="{2B06D313-98B9-4314-A73E-4CAA2A9868C2}" type="presOf" srcId="{97BA950F-1D94-4D7C-9019-E56ED3981A31}" destId="{D696F524-0EE0-4FD7-96FB-92D3E5272400}" srcOrd="0" destOrd="0" presId="urn:microsoft.com/office/officeart/2008/layout/AlternatingHexagons"/>
    <dgm:cxn modelId="{F1AD9B2C-0963-439F-AE66-A5C4C70B719D}" type="presOf" srcId="{E3EBBD5F-8DB2-4B31-8045-EA1559A37505}" destId="{A595993E-2E98-4BC0-8781-BD65828E9BED}" srcOrd="0" destOrd="0" presId="urn:microsoft.com/office/officeart/2008/layout/AlternatingHexagons"/>
    <dgm:cxn modelId="{C6D32242-D6D3-4797-877B-38A08F4B4FB4}" srcId="{E3EBBD5F-8DB2-4B31-8045-EA1559A37505}" destId="{BF699A74-10AA-4267-A125-E108154BA7FD}" srcOrd="1" destOrd="0" parTransId="{0F152F72-8D56-4730-9197-3D7921D942EC}" sibTransId="{EFEF8377-7CD3-4E8A-9A2E-88CED22C241A}"/>
    <dgm:cxn modelId="{1C562E45-54C8-4229-9B4F-11F094233B04}" type="presOf" srcId="{3CF38479-F11D-468F-91DC-C0156997EDE8}" destId="{56D9E3FE-BF07-4FED-B6D3-C0EBCDE72A0A}" srcOrd="0" destOrd="0" presId="urn:microsoft.com/office/officeart/2008/layout/AlternatingHexagons"/>
    <dgm:cxn modelId="{50F6594A-09A9-435B-8003-08794410F3BA}" srcId="{BF699A74-10AA-4267-A125-E108154BA7FD}" destId="{97BA950F-1D94-4D7C-9019-E56ED3981A31}" srcOrd="0" destOrd="0" parTransId="{2D117848-9E85-4336-91D9-0D2B1CEA7C39}" sibTransId="{5EBA97FE-A5E7-45BF-BC36-7ADD730EE4BC}"/>
    <dgm:cxn modelId="{C78CBC7C-8522-4D41-A90F-8B2BCC41898C}" srcId="{E3EBBD5F-8DB2-4B31-8045-EA1559A37505}" destId="{AE582F50-FEC7-4E02-87BF-288E58FA4F03}" srcOrd="0" destOrd="0" parTransId="{B296FFBB-7201-4E4D-A936-BC0D9D772327}" sibTransId="{99A6AFF5-2530-4EDA-AD95-943DE859198E}"/>
    <dgm:cxn modelId="{8B946FAD-CA29-4BAC-9F30-9792BEDAB1B0}" type="presOf" srcId="{EFEF8377-7CD3-4E8A-9A2E-88CED22C241A}" destId="{9848A561-60C6-4591-A4DC-578C298C4B67}" srcOrd="0" destOrd="0" presId="urn:microsoft.com/office/officeart/2008/layout/AlternatingHexagons"/>
    <dgm:cxn modelId="{FEC1EABA-5025-4244-945A-935915DA9689}" type="presOf" srcId="{BF699A74-10AA-4267-A125-E108154BA7FD}" destId="{CF00836A-AEBC-4F1B-B17D-7E865AC86817}" srcOrd="0" destOrd="0" presId="urn:microsoft.com/office/officeart/2008/layout/AlternatingHexagons"/>
    <dgm:cxn modelId="{412290C7-62BD-4E73-A6B5-1E3140F5B195}" srcId="{5EB7D723-3FF7-4196-978E-FB316138B29A}" destId="{36BCB00B-1E32-4290-AD0D-1CE7E1036D55}" srcOrd="0" destOrd="0" parTransId="{094740CB-BECD-4B7B-BC21-2593FA29D77F}" sibTransId="{7583E93F-6CC0-4E6C-B61B-CF9B1D55A517}"/>
    <dgm:cxn modelId="{4ACB6DCE-8073-4BF0-A566-590881903DEA}" type="presOf" srcId="{5EB7D723-3FF7-4196-978E-FB316138B29A}" destId="{7ED151AD-5A0F-4439-968F-FA77087005D8}" srcOrd="0" destOrd="0" presId="urn:microsoft.com/office/officeart/2008/layout/AlternatingHexagons"/>
    <dgm:cxn modelId="{B02FC5EC-DF7C-4B56-8759-0DD9E0221943}" srcId="{E3EBBD5F-8DB2-4B31-8045-EA1559A37505}" destId="{5EB7D723-3FF7-4196-978E-FB316138B29A}" srcOrd="2" destOrd="0" parTransId="{EF529573-BE7D-4588-9123-B17941F27158}" sibTransId="{3CF38479-F11D-468F-91DC-C0156997EDE8}"/>
    <dgm:cxn modelId="{D034E4EE-4C85-4D8D-9428-369449307BFF}" type="presOf" srcId="{99A6AFF5-2530-4EDA-AD95-943DE859198E}" destId="{A38AE363-9B84-463C-8FC5-6D83D1562FF0}" srcOrd="0" destOrd="0" presId="urn:microsoft.com/office/officeart/2008/layout/AlternatingHexagons"/>
    <dgm:cxn modelId="{233B79F5-DCE2-4C2E-A432-D97F8D21326F}" type="presOf" srcId="{AE582F50-FEC7-4E02-87BF-288E58FA4F03}" destId="{4C1A4154-433A-4DC9-ACA6-3E220DE71636}" srcOrd="0" destOrd="0" presId="urn:microsoft.com/office/officeart/2008/layout/AlternatingHexagons"/>
    <dgm:cxn modelId="{BDD43250-423B-477A-A34B-DF12942AAD8A}" type="presParOf" srcId="{A595993E-2E98-4BC0-8781-BD65828E9BED}" destId="{19CBBD34-1B3E-4B4F-B7FD-38524A24C2D7}" srcOrd="0" destOrd="0" presId="urn:microsoft.com/office/officeart/2008/layout/AlternatingHexagons"/>
    <dgm:cxn modelId="{7B50F949-28E8-439F-ADC3-B2E6954EC3B8}" type="presParOf" srcId="{19CBBD34-1B3E-4B4F-B7FD-38524A24C2D7}" destId="{4C1A4154-433A-4DC9-ACA6-3E220DE71636}" srcOrd="0" destOrd="0" presId="urn:microsoft.com/office/officeart/2008/layout/AlternatingHexagons"/>
    <dgm:cxn modelId="{ADFCCA46-2796-41C4-84B3-B273EEEBE0D2}" type="presParOf" srcId="{19CBBD34-1B3E-4B4F-B7FD-38524A24C2D7}" destId="{6FB371BB-EC4D-4C22-A28B-87C8D6C44D48}" srcOrd="1" destOrd="0" presId="urn:microsoft.com/office/officeart/2008/layout/AlternatingHexagons"/>
    <dgm:cxn modelId="{870CFC38-7878-455F-9D3A-F8E837D1DBAA}" type="presParOf" srcId="{19CBBD34-1B3E-4B4F-B7FD-38524A24C2D7}" destId="{04A449A2-A879-4912-A159-F02B7433A41E}" srcOrd="2" destOrd="0" presId="urn:microsoft.com/office/officeart/2008/layout/AlternatingHexagons"/>
    <dgm:cxn modelId="{0091B8B7-3CA6-4D14-B04E-168B2BDDB0FA}" type="presParOf" srcId="{19CBBD34-1B3E-4B4F-B7FD-38524A24C2D7}" destId="{C2648C1F-BECF-4BCA-BC4A-DF521C5FFFB7}" srcOrd="3" destOrd="0" presId="urn:microsoft.com/office/officeart/2008/layout/AlternatingHexagons"/>
    <dgm:cxn modelId="{9CE25473-9CFE-44FE-94AD-2131D0A9E1CD}" type="presParOf" srcId="{19CBBD34-1B3E-4B4F-B7FD-38524A24C2D7}" destId="{A38AE363-9B84-463C-8FC5-6D83D1562FF0}" srcOrd="4" destOrd="0" presId="urn:microsoft.com/office/officeart/2008/layout/AlternatingHexagons"/>
    <dgm:cxn modelId="{C7EAEC0C-C732-4659-AA76-87D9EBC47331}" type="presParOf" srcId="{A595993E-2E98-4BC0-8781-BD65828E9BED}" destId="{51F40678-7CB0-47E1-9F5D-FA747045551F}" srcOrd="1" destOrd="0" presId="urn:microsoft.com/office/officeart/2008/layout/AlternatingHexagons"/>
    <dgm:cxn modelId="{01B6C77C-BD4A-44F7-96A4-606257150064}" type="presParOf" srcId="{A595993E-2E98-4BC0-8781-BD65828E9BED}" destId="{DF79E803-A411-4145-A71E-6FCB0C3556B4}" srcOrd="2" destOrd="0" presId="urn:microsoft.com/office/officeart/2008/layout/AlternatingHexagons"/>
    <dgm:cxn modelId="{BACAF76F-2298-4EA7-8A8D-703C25C130F5}" type="presParOf" srcId="{DF79E803-A411-4145-A71E-6FCB0C3556B4}" destId="{CF00836A-AEBC-4F1B-B17D-7E865AC86817}" srcOrd="0" destOrd="0" presId="urn:microsoft.com/office/officeart/2008/layout/AlternatingHexagons"/>
    <dgm:cxn modelId="{CAD2969C-E530-4836-B169-847315E42882}" type="presParOf" srcId="{DF79E803-A411-4145-A71E-6FCB0C3556B4}" destId="{D696F524-0EE0-4FD7-96FB-92D3E5272400}" srcOrd="1" destOrd="0" presId="urn:microsoft.com/office/officeart/2008/layout/AlternatingHexagons"/>
    <dgm:cxn modelId="{F768327F-3867-4528-AA2F-505E4BB84FBB}" type="presParOf" srcId="{DF79E803-A411-4145-A71E-6FCB0C3556B4}" destId="{2EE107C2-791D-41FE-858F-27263F26A01F}" srcOrd="2" destOrd="0" presId="urn:microsoft.com/office/officeart/2008/layout/AlternatingHexagons"/>
    <dgm:cxn modelId="{6404CBB8-DBEC-483B-BA5E-F6E485ACDB92}" type="presParOf" srcId="{DF79E803-A411-4145-A71E-6FCB0C3556B4}" destId="{E63D5EBE-5574-4B07-B08B-94F97F6B025A}" srcOrd="3" destOrd="0" presId="urn:microsoft.com/office/officeart/2008/layout/AlternatingHexagons"/>
    <dgm:cxn modelId="{2736588B-E2C3-486B-B8B9-650D82675618}" type="presParOf" srcId="{DF79E803-A411-4145-A71E-6FCB0C3556B4}" destId="{9848A561-60C6-4591-A4DC-578C298C4B67}" srcOrd="4" destOrd="0" presId="urn:microsoft.com/office/officeart/2008/layout/AlternatingHexagons"/>
    <dgm:cxn modelId="{475C82F3-5467-4F1A-8B63-05A4F64C9D3F}" type="presParOf" srcId="{A595993E-2E98-4BC0-8781-BD65828E9BED}" destId="{A172FDEB-551B-492F-971A-53A2CA290709}" srcOrd="3" destOrd="0" presId="urn:microsoft.com/office/officeart/2008/layout/AlternatingHexagons"/>
    <dgm:cxn modelId="{881D50EA-1EA1-42DE-9ED6-B16EEEBD991A}" type="presParOf" srcId="{A595993E-2E98-4BC0-8781-BD65828E9BED}" destId="{3B979696-8283-4437-A2F2-450946A30901}" srcOrd="4" destOrd="0" presId="urn:microsoft.com/office/officeart/2008/layout/AlternatingHexagons"/>
    <dgm:cxn modelId="{1285B0FB-276F-4F0E-8B60-F20A69E4F8F9}" type="presParOf" srcId="{3B979696-8283-4437-A2F2-450946A30901}" destId="{7ED151AD-5A0F-4439-968F-FA77087005D8}" srcOrd="0" destOrd="0" presId="urn:microsoft.com/office/officeart/2008/layout/AlternatingHexagons"/>
    <dgm:cxn modelId="{9CF845E6-1FF8-44B2-8A13-49A40C982411}" type="presParOf" srcId="{3B979696-8283-4437-A2F2-450946A30901}" destId="{CB5CC0FC-658F-4F66-88F4-BB5DABF44C74}" srcOrd="1" destOrd="0" presId="urn:microsoft.com/office/officeart/2008/layout/AlternatingHexagons"/>
    <dgm:cxn modelId="{FD2A5C60-F7B8-4F98-B0E3-7D6DD574DA1F}" type="presParOf" srcId="{3B979696-8283-4437-A2F2-450946A30901}" destId="{9D332739-FB37-4618-B725-26762FDDEAD8}" srcOrd="2" destOrd="0" presId="urn:microsoft.com/office/officeart/2008/layout/AlternatingHexagons"/>
    <dgm:cxn modelId="{FCCF00AB-D996-43E0-B4A1-1E124F41C1C5}" type="presParOf" srcId="{3B979696-8283-4437-A2F2-450946A30901}" destId="{3696D286-2FBA-4FFF-99E0-D1E20D6C637E}" srcOrd="3" destOrd="0" presId="urn:microsoft.com/office/officeart/2008/layout/AlternatingHexagons"/>
    <dgm:cxn modelId="{2319A440-9014-43E1-88BD-6C7391BB7A94}" type="presParOf" srcId="{3B979696-8283-4437-A2F2-450946A30901}" destId="{56D9E3FE-BF07-4FED-B6D3-C0EBCDE72A0A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2BBBB57-F943-439F-AD33-52C2C62DC16E}" type="doc">
      <dgm:prSet loTypeId="urn:microsoft.com/office/officeart/2008/layout/AlternatingHexagons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8739BAF-99CE-48C8-BE2F-8027961B4A7F}">
      <dgm:prSet phldrT="[Text]"/>
      <dgm:spPr/>
      <dgm:t>
        <a:bodyPr/>
        <a:lstStyle/>
        <a:p>
          <a:r>
            <a:rPr lang="en-US" dirty="0"/>
            <a:t>^</a:t>
          </a:r>
        </a:p>
      </dgm:t>
    </dgm:pt>
    <dgm:pt modelId="{411715B8-8E1E-4E2D-8C58-B2C80CCA81D8}" type="parTrans" cxnId="{1DC873BB-0811-45CB-9FBA-C887A3D5DD74}">
      <dgm:prSet/>
      <dgm:spPr/>
      <dgm:t>
        <a:bodyPr/>
        <a:lstStyle/>
        <a:p>
          <a:endParaRPr lang="en-US"/>
        </a:p>
      </dgm:t>
    </dgm:pt>
    <dgm:pt modelId="{921B1B54-C35C-4B73-A989-7C6701883FBA}" type="sibTrans" cxnId="{1DC873BB-0811-45CB-9FBA-C887A3D5DD74}">
      <dgm:prSet/>
      <dgm:spPr/>
      <dgm:t>
        <a:bodyPr/>
        <a:lstStyle/>
        <a:p>
          <a:r>
            <a:rPr lang="ru-RU" dirty="0"/>
            <a:t>!</a:t>
          </a:r>
          <a:endParaRPr lang="en-US" dirty="0"/>
        </a:p>
      </dgm:t>
    </dgm:pt>
    <dgm:pt modelId="{4BFF025F-0014-4CE3-89E7-2128B243E540}">
      <dgm:prSet phldrT="[Text]"/>
      <dgm:spPr/>
      <dgm:t>
        <a:bodyPr/>
        <a:lstStyle/>
        <a:p>
          <a:r>
            <a:rPr lang="en-US" dirty="0"/>
            <a:t>|</a:t>
          </a:r>
        </a:p>
      </dgm:t>
    </dgm:pt>
    <dgm:pt modelId="{41381D20-8C70-4155-AB2F-4D199ADE6434}" type="parTrans" cxnId="{E11F8074-91AE-4E9C-9EA2-BFC5B533E91F}">
      <dgm:prSet/>
      <dgm:spPr/>
      <dgm:t>
        <a:bodyPr/>
        <a:lstStyle/>
        <a:p>
          <a:endParaRPr lang="en-US"/>
        </a:p>
      </dgm:t>
    </dgm:pt>
    <dgm:pt modelId="{637373FB-0435-4464-981F-8F805C4DBA47}" type="sibTrans" cxnId="{E11F8074-91AE-4E9C-9EA2-BFC5B533E91F}">
      <dgm:prSet/>
      <dgm:spPr/>
      <dgm:t>
        <a:bodyPr/>
        <a:lstStyle/>
        <a:p>
          <a:r>
            <a:rPr lang="en-US" dirty="0"/>
            <a:t>&amp;</a:t>
          </a:r>
        </a:p>
      </dgm:t>
    </dgm:pt>
    <dgm:pt modelId="{698E9404-28D9-4C5E-856A-1FC28FFA0801}">
      <dgm:prSet phldrT="[Text]"/>
      <dgm:spPr/>
      <dgm:t>
        <a:bodyPr/>
        <a:lstStyle/>
        <a:p>
          <a:r>
            <a:rPr lang="en-US" dirty="0"/>
            <a:t>||</a:t>
          </a:r>
        </a:p>
      </dgm:t>
    </dgm:pt>
    <dgm:pt modelId="{7317A598-B62A-42B2-9E14-B616534A04BF}" type="parTrans" cxnId="{CB680EB2-387F-4BEE-A220-2F722434F0BB}">
      <dgm:prSet/>
      <dgm:spPr/>
      <dgm:t>
        <a:bodyPr/>
        <a:lstStyle/>
        <a:p>
          <a:endParaRPr lang="en-US"/>
        </a:p>
      </dgm:t>
    </dgm:pt>
    <dgm:pt modelId="{9C6DC8C7-8E30-42F9-823B-B5D971B8AF06}" type="sibTrans" cxnId="{CB680EB2-387F-4BEE-A220-2F722434F0BB}">
      <dgm:prSet/>
      <dgm:spPr/>
      <dgm:t>
        <a:bodyPr/>
        <a:lstStyle/>
        <a:p>
          <a:r>
            <a:rPr lang="en-US" dirty="0"/>
            <a:t>&amp;&amp;</a:t>
          </a:r>
        </a:p>
      </dgm:t>
    </dgm:pt>
    <dgm:pt modelId="{E0436932-0D32-4FA4-8672-5B4545A182B5}" type="pres">
      <dgm:prSet presAssocID="{82BBBB57-F943-439F-AD33-52C2C62DC16E}" presName="Name0" presStyleCnt="0">
        <dgm:presLayoutVars>
          <dgm:chMax/>
          <dgm:chPref/>
          <dgm:dir/>
          <dgm:animLvl val="lvl"/>
        </dgm:presLayoutVars>
      </dgm:prSet>
      <dgm:spPr/>
    </dgm:pt>
    <dgm:pt modelId="{5A3395D2-7982-4025-AA40-5DBF1A61850B}" type="pres">
      <dgm:prSet presAssocID="{B8739BAF-99CE-48C8-BE2F-8027961B4A7F}" presName="composite" presStyleCnt="0"/>
      <dgm:spPr/>
    </dgm:pt>
    <dgm:pt modelId="{2F479976-3432-4E2B-B1DA-308680C9DE9C}" type="pres">
      <dgm:prSet presAssocID="{B8739BAF-99CE-48C8-BE2F-8027961B4A7F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4FECBE3-F4DD-4D6A-8B4A-D9D79DB4ECB9}" type="pres">
      <dgm:prSet presAssocID="{B8739BAF-99CE-48C8-BE2F-8027961B4A7F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8C93D753-C806-4140-9AB5-8FDEB7530A94}" type="pres">
      <dgm:prSet presAssocID="{B8739BAF-99CE-48C8-BE2F-8027961B4A7F}" presName="BalanceSpacing" presStyleCnt="0"/>
      <dgm:spPr/>
    </dgm:pt>
    <dgm:pt modelId="{D5390132-2116-4B80-A3B4-80CDBD7E0EC4}" type="pres">
      <dgm:prSet presAssocID="{B8739BAF-99CE-48C8-BE2F-8027961B4A7F}" presName="BalanceSpacing1" presStyleCnt="0"/>
      <dgm:spPr/>
    </dgm:pt>
    <dgm:pt modelId="{4724D19A-2920-4E5F-AB2A-6BEB6CB36CD4}" type="pres">
      <dgm:prSet presAssocID="{921B1B54-C35C-4B73-A989-7C6701883FBA}" presName="Accent1Text" presStyleLbl="node1" presStyleIdx="1" presStyleCnt="6"/>
      <dgm:spPr/>
    </dgm:pt>
    <dgm:pt modelId="{D8DD24D5-F892-4407-A66F-C98738D047EF}" type="pres">
      <dgm:prSet presAssocID="{921B1B54-C35C-4B73-A989-7C6701883FBA}" presName="spaceBetweenRectangles" presStyleCnt="0"/>
      <dgm:spPr/>
    </dgm:pt>
    <dgm:pt modelId="{12908B9F-A00F-4574-BDA4-D01F82A89CE6}" type="pres">
      <dgm:prSet presAssocID="{4BFF025F-0014-4CE3-89E7-2128B243E540}" presName="composite" presStyleCnt="0"/>
      <dgm:spPr/>
    </dgm:pt>
    <dgm:pt modelId="{0CA758D8-1EAE-4C57-9854-396C18CB7DEB}" type="pres">
      <dgm:prSet presAssocID="{4BFF025F-0014-4CE3-89E7-2128B243E540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9A9AEBED-59BB-4475-9638-221C7C686447}" type="pres">
      <dgm:prSet presAssocID="{4BFF025F-0014-4CE3-89E7-2128B243E540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3B005E65-3D14-4517-AA6E-07C4F3D6F300}" type="pres">
      <dgm:prSet presAssocID="{4BFF025F-0014-4CE3-89E7-2128B243E540}" presName="BalanceSpacing" presStyleCnt="0"/>
      <dgm:spPr/>
    </dgm:pt>
    <dgm:pt modelId="{8DB4D822-1991-48EF-A0D1-3F8B5E9C4BD8}" type="pres">
      <dgm:prSet presAssocID="{4BFF025F-0014-4CE3-89E7-2128B243E540}" presName="BalanceSpacing1" presStyleCnt="0"/>
      <dgm:spPr/>
    </dgm:pt>
    <dgm:pt modelId="{A2197F01-4DCE-4630-885B-986292ACD5BE}" type="pres">
      <dgm:prSet presAssocID="{637373FB-0435-4464-981F-8F805C4DBA47}" presName="Accent1Text" presStyleLbl="node1" presStyleIdx="3" presStyleCnt="6"/>
      <dgm:spPr/>
    </dgm:pt>
    <dgm:pt modelId="{3D0966D4-AB8A-450A-8FCB-B731863E2501}" type="pres">
      <dgm:prSet presAssocID="{637373FB-0435-4464-981F-8F805C4DBA47}" presName="spaceBetweenRectangles" presStyleCnt="0"/>
      <dgm:spPr/>
    </dgm:pt>
    <dgm:pt modelId="{C2A9A9BD-CA1E-44F2-B9BF-67CDB317634C}" type="pres">
      <dgm:prSet presAssocID="{698E9404-28D9-4C5E-856A-1FC28FFA0801}" presName="composite" presStyleCnt="0"/>
      <dgm:spPr/>
    </dgm:pt>
    <dgm:pt modelId="{8C4D9A2A-A7E0-4127-9302-85AF72632240}" type="pres">
      <dgm:prSet presAssocID="{698E9404-28D9-4C5E-856A-1FC28FFA0801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A89885A9-836F-41C6-A35F-29BB692BF2D7}" type="pres">
      <dgm:prSet presAssocID="{698E9404-28D9-4C5E-856A-1FC28FFA080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E8E48D5A-9C8B-4870-A389-3022CF3E82A0}" type="pres">
      <dgm:prSet presAssocID="{698E9404-28D9-4C5E-856A-1FC28FFA0801}" presName="BalanceSpacing" presStyleCnt="0"/>
      <dgm:spPr/>
    </dgm:pt>
    <dgm:pt modelId="{27FC4000-8214-4718-B90F-95519B66E6B8}" type="pres">
      <dgm:prSet presAssocID="{698E9404-28D9-4C5E-856A-1FC28FFA0801}" presName="BalanceSpacing1" presStyleCnt="0"/>
      <dgm:spPr/>
    </dgm:pt>
    <dgm:pt modelId="{7F06C8D5-1C9C-4012-82DF-34E80E07E434}" type="pres">
      <dgm:prSet presAssocID="{9C6DC8C7-8E30-42F9-823B-B5D971B8AF06}" presName="Accent1Text" presStyleLbl="node1" presStyleIdx="5" presStyleCnt="6"/>
      <dgm:spPr/>
    </dgm:pt>
  </dgm:ptLst>
  <dgm:cxnLst>
    <dgm:cxn modelId="{1B9BAE33-D6EE-40D2-8F2F-34845B4E8F3E}" type="presOf" srcId="{B8739BAF-99CE-48C8-BE2F-8027961B4A7F}" destId="{2F479976-3432-4E2B-B1DA-308680C9DE9C}" srcOrd="0" destOrd="0" presId="urn:microsoft.com/office/officeart/2008/layout/AlternatingHexagons"/>
    <dgm:cxn modelId="{E11F8074-91AE-4E9C-9EA2-BFC5B533E91F}" srcId="{82BBBB57-F943-439F-AD33-52C2C62DC16E}" destId="{4BFF025F-0014-4CE3-89E7-2128B243E540}" srcOrd="1" destOrd="0" parTransId="{41381D20-8C70-4155-AB2F-4D199ADE6434}" sibTransId="{637373FB-0435-4464-981F-8F805C4DBA47}"/>
    <dgm:cxn modelId="{2406727E-5C98-4FD9-BA05-6721D412D127}" type="presOf" srcId="{4BFF025F-0014-4CE3-89E7-2128B243E540}" destId="{0CA758D8-1EAE-4C57-9854-396C18CB7DEB}" srcOrd="0" destOrd="0" presId="urn:microsoft.com/office/officeart/2008/layout/AlternatingHexagons"/>
    <dgm:cxn modelId="{404061B0-4917-4CE5-AC31-F072D6F71D30}" type="presOf" srcId="{82BBBB57-F943-439F-AD33-52C2C62DC16E}" destId="{E0436932-0D32-4FA4-8672-5B4545A182B5}" srcOrd="0" destOrd="0" presId="urn:microsoft.com/office/officeart/2008/layout/AlternatingHexagons"/>
    <dgm:cxn modelId="{CB680EB2-387F-4BEE-A220-2F722434F0BB}" srcId="{82BBBB57-F943-439F-AD33-52C2C62DC16E}" destId="{698E9404-28D9-4C5E-856A-1FC28FFA0801}" srcOrd="2" destOrd="0" parTransId="{7317A598-B62A-42B2-9E14-B616534A04BF}" sibTransId="{9C6DC8C7-8E30-42F9-823B-B5D971B8AF06}"/>
    <dgm:cxn modelId="{3B2B3FB7-5FB1-42E4-8EC4-43CA5A450B25}" type="presOf" srcId="{9C6DC8C7-8E30-42F9-823B-B5D971B8AF06}" destId="{7F06C8D5-1C9C-4012-82DF-34E80E07E434}" srcOrd="0" destOrd="0" presId="urn:microsoft.com/office/officeart/2008/layout/AlternatingHexagons"/>
    <dgm:cxn modelId="{B6F70FBB-9E46-45B1-917A-55BB11D488E1}" type="presOf" srcId="{637373FB-0435-4464-981F-8F805C4DBA47}" destId="{A2197F01-4DCE-4630-885B-986292ACD5BE}" srcOrd="0" destOrd="0" presId="urn:microsoft.com/office/officeart/2008/layout/AlternatingHexagons"/>
    <dgm:cxn modelId="{1DC873BB-0811-45CB-9FBA-C887A3D5DD74}" srcId="{82BBBB57-F943-439F-AD33-52C2C62DC16E}" destId="{B8739BAF-99CE-48C8-BE2F-8027961B4A7F}" srcOrd="0" destOrd="0" parTransId="{411715B8-8E1E-4E2D-8C58-B2C80CCA81D8}" sibTransId="{921B1B54-C35C-4B73-A989-7C6701883FBA}"/>
    <dgm:cxn modelId="{4681FAD0-A1F9-45FD-A03E-9C219B4A703A}" type="presOf" srcId="{698E9404-28D9-4C5E-856A-1FC28FFA0801}" destId="{8C4D9A2A-A7E0-4127-9302-85AF72632240}" srcOrd="0" destOrd="0" presId="urn:microsoft.com/office/officeart/2008/layout/AlternatingHexagons"/>
    <dgm:cxn modelId="{BE324BFC-F34D-4714-89CD-5E1EDF9A3D28}" type="presOf" srcId="{921B1B54-C35C-4B73-A989-7C6701883FBA}" destId="{4724D19A-2920-4E5F-AB2A-6BEB6CB36CD4}" srcOrd="0" destOrd="0" presId="urn:microsoft.com/office/officeart/2008/layout/AlternatingHexagons"/>
    <dgm:cxn modelId="{2A472CA4-A8E1-496C-9E62-FD3635C9E8BB}" type="presParOf" srcId="{E0436932-0D32-4FA4-8672-5B4545A182B5}" destId="{5A3395D2-7982-4025-AA40-5DBF1A61850B}" srcOrd="0" destOrd="0" presId="urn:microsoft.com/office/officeart/2008/layout/AlternatingHexagons"/>
    <dgm:cxn modelId="{AACFB6D1-871D-4624-8441-5DE94EF8F683}" type="presParOf" srcId="{5A3395D2-7982-4025-AA40-5DBF1A61850B}" destId="{2F479976-3432-4E2B-B1DA-308680C9DE9C}" srcOrd="0" destOrd="0" presId="urn:microsoft.com/office/officeart/2008/layout/AlternatingHexagons"/>
    <dgm:cxn modelId="{DEDE9D9B-C5CD-4A6D-BC0B-364F077E0FE5}" type="presParOf" srcId="{5A3395D2-7982-4025-AA40-5DBF1A61850B}" destId="{24FECBE3-F4DD-4D6A-8B4A-D9D79DB4ECB9}" srcOrd="1" destOrd="0" presId="urn:microsoft.com/office/officeart/2008/layout/AlternatingHexagons"/>
    <dgm:cxn modelId="{3565F434-7186-4994-89E1-DA821153C384}" type="presParOf" srcId="{5A3395D2-7982-4025-AA40-5DBF1A61850B}" destId="{8C93D753-C806-4140-9AB5-8FDEB7530A94}" srcOrd="2" destOrd="0" presId="urn:microsoft.com/office/officeart/2008/layout/AlternatingHexagons"/>
    <dgm:cxn modelId="{EECD1AC1-C8E2-4E6D-A516-9076E476EC3B}" type="presParOf" srcId="{5A3395D2-7982-4025-AA40-5DBF1A61850B}" destId="{D5390132-2116-4B80-A3B4-80CDBD7E0EC4}" srcOrd="3" destOrd="0" presId="urn:microsoft.com/office/officeart/2008/layout/AlternatingHexagons"/>
    <dgm:cxn modelId="{3B142222-AF08-4474-B8B2-8C8F73588860}" type="presParOf" srcId="{5A3395D2-7982-4025-AA40-5DBF1A61850B}" destId="{4724D19A-2920-4E5F-AB2A-6BEB6CB36CD4}" srcOrd="4" destOrd="0" presId="urn:microsoft.com/office/officeart/2008/layout/AlternatingHexagons"/>
    <dgm:cxn modelId="{36DD065E-2EA0-4CC9-B579-C29A12D296F6}" type="presParOf" srcId="{E0436932-0D32-4FA4-8672-5B4545A182B5}" destId="{D8DD24D5-F892-4407-A66F-C98738D047EF}" srcOrd="1" destOrd="0" presId="urn:microsoft.com/office/officeart/2008/layout/AlternatingHexagons"/>
    <dgm:cxn modelId="{70CE02C4-A8FF-4626-95D2-687806531CCC}" type="presParOf" srcId="{E0436932-0D32-4FA4-8672-5B4545A182B5}" destId="{12908B9F-A00F-4574-BDA4-D01F82A89CE6}" srcOrd="2" destOrd="0" presId="urn:microsoft.com/office/officeart/2008/layout/AlternatingHexagons"/>
    <dgm:cxn modelId="{22219700-AD5E-457D-B9F1-E031FEA8BF08}" type="presParOf" srcId="{12908B9F-A00F-4574-BDA4-D01F82A89CE6}" destId="{0CA758D8-1EAE-4C57-9854-396C18CB7DEB}" srcOrd="0" destOrd="0" presId="urn:microsoft.com/office/officeart/2008/layout/AlternatingHexagons"/>
    <dgm:cxn modelId="{0D8095B9-79C9-41A7-B946-595E064C851D}" type="presParOf" srcId="{12908B9F-A00F-4574-BDA4-D01F82A89CE6}" destId="{9A9AEBED-59BB-4475-9638-221C7C686447}" srcOrd="1" destOrd="0" presId="urn:microsoft.com/office/officeart/2008/layout/AlternatingHexagons"/>
    <dgm:cxn modelId="{06A7D7EA-D4FE-46AC-ACE5-4160249381E6}" type="presParOf" srcId="{12908B9F-A00F-4574-BDA4-D01F82A89CE6}" destId="{3B005E65-3D14-4517-AA6E-07C4F3D6F300}" srcOrd="2" destOrd="0" presId="urn:microsoft.com/office/officeart/2008/layout/AlternatingHexagons"/>
    <dgm:cxn modelId="{E33D6364-0F06-4C7D-8518-1519560A2D65}" type="presParOf" srcId="{12908B9F-A00F-4574-BDA4-D01F82A89CE6}" destId="{8DB4D822-1991-48EF-A0D1-3F8B5E9C4BD8}" srcOrd="3" destOrd="0" presId="urn:microsoft.com/office/officeart/2008/layout/AlternatingHexagons"/>
    <dgm:cxn modelId="{2E5492D3-806F-4A16-9075-EBCCBCACD1AB}" type="presParOf" srcId="{12908B9F-A00F-4574-BDA4-D01F82A89CE6}" destId="{A2197F01-4DCE-4630-885B-986292ACD5BE}" srcOrd="4" destOrd="0" presId="urn:microsoft.com/office/officeart/2008/layout/AlternatingHexagons"/>
    <dgm:cxn modelId="{4C8FB950-0E12-408D-B5AE-92424DB5B76B}" type="presParOf" srcId="{E0436932-0D32-4FA4-8672-5B4545A182B5}" destId="{3D0966D4-AB8A-450A-8FCB-B731863E2501}" srcOrd="3" destOrd="0" presId="urn:microsoft.com/office/officeart/2008/layout/AlternatingHexagons"/>
    <dgm:cxn modelId="{63D3D3AA-11B1-4682-92A2-B03E868CDC6F}" type="presParOf" srcId="{E0436932-0D32-4FA4-8672-5B4545A182B5}" destId="{C2A9A9BD-CA1E-44F2-B9BF-67CDB317634C}" srcOrd="4" destOrd="0" presId="urn:microsoft.com/office/officeart/2008/layout/AlternatingHexagons"/>
    <dgm:cxn modelId="{1D0BC20C-F1DB-45C8-AD25-516247E04B21}" type="presParOf" srcId="{C2A9A9BD-CA1E-44F2-B9BF-67CDB317634C}" destId="{8C4D9A2A-A7E0-4127-9302-85AF72632240}" srcOrd="0" destOrd="0" presId="urn:microsoft.com/office/officeart/2008/layout/AlternatingHexagons"/>
    <dgm:cxn modelId="{44CC14A3-A4AE-4C88-A291-E818A5C3D7F4}" type="presParOf" srcId="{C2A9A9BD-CA1E-44F2-B9BF-67CDB317634C}" destId="{A89885A9-836F-41C6-A35F-29BB692BF2D7}" srcOrd="1" destOrd="0" presId="urn:microsoft.com/office/officeart/2008/layout/AlternatingHexagons"/>
    <dgm:cxn modelId="{8F0B6DB2-8414-459C-B35D-4FF0E8E2F849}" type="presParOf" srcId="{C2A9A9BD-CA1E-44F2-B9BF-67CDB317634C}" destId="{E8E48D5A-9C8B-4870-A389-3022CF3E82A0}" srcOrd="2" destOrd="0" presId="urn:microsoft.com/office/officeart/2008/layout/AlternatingHexagons"/>
    <dgm:cxn modelId="{D49EA999-B288-498F-87C8-608A2E814183}" type="presParOf" srcId="{C2A9A9BD-CA1E-44F2-B9BF-67CDB317634C}" destId="{27FC4000-8214-4718-B90F-95519B66E6B8}" srcOrd="3" destOrd="0" presId="urn:microsoft.com/office/officeart/2008/layout/AlternatingHexagons"/>
    <dgm:cxn modelId="{50F9A11D-787E-462A-9428-7DB29580CFC2}" type="presParOf" srcId="{C2A9A9BD-CA1E-44F2-B9BF-67CDB317634C}" destId="{7F06C8D5-1C9C-4012-82DF-34E80E07E434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1B959-3C93-4DFE-9F59-E93676DC2762}">
      <dsp:nvSpPr>
        <dsp:cNvPr id="0" name=""/>
        <dsp:cNvSpPr/>
      </dsp:nvSpPr>
      <dsp:spPr>
        <a:xfrm>
          <a:off x="0" y="95607"/>
          <a:ext cx="10453535" cy="7235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 dirty="0"/>
            <a:t>Предпосылки</a:t>
          </a:r>
          <a:endParaRPr lang="en-US" sz="4000" kern="1200" dirty="0"/>
        </a:p>
      </dsp:txBody>
      <dsp:txXfrm>
        <a:off x="35321" y="130928"/>
        <a:ext cx="10382893" cy="652914"/>
      </dsp:txXfrm>
    </dsp:sp>
    <dsp:sp modelId="{5FAE7364-CB3A-4DAB-B889-D06C6934EC29}">
      <dsp:nvSpPr>
        <dsp:cNvPr id="0" name=""/>
        <dsp:cNvSpPr/>
      </dsp:nvSpPr>
      <dsp:spPr>
        <a:xfrm>
          <a:off x="0" y="819163"/>
          <a:ext cx="10453535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190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dirty="0"/>
            <a:t>Появление большого количества различных бытовых электронных устройств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dirty="0"/>
            <a:t>Стремительное развитие Интернета</a:t>
          </a:r>
        </a:p>
      </dsp:txBody>
      <dsp:txXfrm>
        <a:off x="0" y="819163"/>
        <a:ext cx="10453535" cy="1159200"/>
      </dsp:txXfrm>
    </dsp:sp>
    <dsp:sp modelId="{48FF02E9-7AA3-41C9-BAF9-4795889A5B0E}">
      <dsp:nvSpPr>
        <dsp:cNvPr id="0" name=""/>
        <dsp:cNvSpPr/>
      </dsp:nvSpPr>
      <dsp:spPr>
        <a:xfrm>
          <a:off x="0" y="1978363"/>
          <a:ext cx="10453535" cy="8171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 dirty="0"/>
            <a:t>Причины</a:t>
          </a:r>
          <a:endParaRPr lang="en-US" sz="4000" kern="1200" dirty="0"/>
        </a:p>
      </dsp:txBody>
      <dsp:txXfrm>
        <a:off x="39890" y="2018253"/>
        <a:ext cx="10373755" cy="737370"/>
      </dsp:txXfrm>
    </dsp:sp>
    <dsp:sp modelId="{715D242B-43A6-4D8F-B85E-C3783FB98C1E}">
      <dsp:nvSpPr>
        <dsp:cNvPr id="0" name=""/>
        <dsp:cNvSpPr/>
      </dsp:nvSpPr>
      <dsp:spPr>
        <a:xfrm>
          <a:off x="0" y="2795514"/>
          <a:ext cx="10453535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190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dirty="0"/>
            <a:t>Обеспечить  возможность  исполнения программы  на компьютере любого типа.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dirty="0"/>
            <a:t>Обеспечить безопасность выполнения сетевой программы на локальном компьютере.</a:t>
          </a:r>
        </a:p>
      </dsp:txBody>
      <dsp:txXfrm>
        <a:off x="0" y="2795514"/>
        <a:ext cx="10453535" cy="1490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46741-D071-4B73-9E2F-DD4ED575A7CA}">
      <dsp:nvSpPr>
        <dsp:cNvPr id="0" name=""/>
        <dsp:cNvSpPr/>
      </dsp:nvSpPr>
      <dsp:spPr>
        <a:xfrm>
          <a:off x="0" y="46707"/>
          <a:ext cx="10972800" cy="7300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Courier New" panose="02070309020205020404" pitchFamily="49" charset="0"/>
              <a:cs typeface="Courier New" panose="02070309020205020404" pitchFamily="49" charset="0"/>
            </a:rPr>
            <a:t>// </a:t>
          </a:r>
          <a:r>
            <a:rPr lang="ru-RU" sz="2800" kern="1200" dirty="0">
              <a:latin typeface="Courier New" panose="02070309020205020404" pitchFamily="49" charset="0"/>
              <a:cs typeface="Courier New" panose="02070309020205020404" pitchFamily="49" charset="0"/>
            </a:rPr>
            <a:t>Комментарий</a:t>
          </a:r>
        </a:p>
      </dsp:txBody>
      <dsp:txXfrm>
        <a:off x="35640" y="82347"/>
        <a:ext cx="10901520" cy="658800"/>
      </dsp:txXfrm>
    </dsp:sp>
    <dsp:sp modelId="{C273DCBE-671E-4DBA-9467-7886C5695874}">
      <dsp:nvSpPr>
        <dsp:cNvPr id="0" name=""/>
        <dsp:cNvSpPr/>
      </dsp:nvSpPr>
      <dsp:spPr>
        <a:xfrm>
          <a:off x="0" y="776787"/>
          <a:ext cx="10972800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ru-RU" sz="3000" kern="1200" dirty="0"/>
            <a:t>Все, что идет после </a:t>
          </a:r>
          <a:r>
            <a:rPr lang="en-US" sz="3000" kern="1200" dirty="0"/>
            <a:t>//</a:t>
          </a:r>
          <a:r>
            <a:rPr lang="ru-RU" sz="3000" kern="1200" dirty="0"/>
            <a:t> и до конца текущей строки игнорируется</a:t>
          </a:r>
        </a:p>
      </dsp:txBody>
      <dsp:txXfrm>
        <a:off x="0" y="776787"/>
        <a:ext cx="10972800" cy="645840"/>
      </dsp:txXfrm>
    </dsp:sp>
    <dsp:sp modelId="{38544FCE-008E-492D-8730-64C5B88CDEC0}">
      <dsp:nvSpPr>
        <dsp:cNvPr id="0" name=""/>
        <dsp:cNvSpPr/>
      </dsp:nvSpPr>
      <dsp:spPr>
        <a:xfrm>
          <a:off x="0" y="1422627"/>
          <a:ext cx="10972800" cy="7300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Courier New" panose="02070309020205020404" pitchFamily="49" charset="0"/>
              <a:cs typeface="Courier New" panose="02070309020205020404" pitchFamily="49" charset="0"/>
            </a:rPr>
            <a:t>/* </a:t>
          </a:r>
          <a:r>
            <a:rPr lang="ru-RU" sz="2800" kern="1200" dirty="0">
              <a:latin typeface="Courier New" panose="02070309020205020404" pitchFamily="49" charset="0"/>
              <a:cs typeface="Courier New" panose="02070309020205020404" pitchFamily="49" charset="0"/>
            </a:rPr>
            <a:t>Комментарий </a:t>
          </a:r>
          <a:r>
            <a:rPr lang="en-US" sz="2800" kern="1200" dirty="0">
              <a:latin typeface="Courier New" panose="02070309020205020404" pitchFamily="49" charset="0"/>
              <a:cs typeface="Courier New" panose="02070309020205020404" pitchFamily="49" charset="0"/>
            </a:rPr>
            <a:t>*/</a:t>
          </a:r>
          <a:endParaRPr lang="ru-RU" sz="28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35640" y="1458267"/>
        <a:ext cx="10901520" cy="658800"/>
      </dsp:txXfrm>
    </dsp:sp>
    <dsp:sp modelId="{B447D1E7-FDF9-46A1-BAAC-ED82AB6801F6}">
      <dsp:nvSpPr>
        <dsp:cNvPr id="0" name=""/>
        <dsp:cNvSpPr/>
      </dsp:nvSpPr>
      <dsp:spPr>
        <a:xfrm>
          <a:off x="0" y="2152707"/>
          <a:ext cx="10972800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ru-RU" sz="3000" kern="1200" dirty="0"/>
            <a:t>Все символы, заключенные между </a:t>
          </a:r>
          <a:r>
            <a:rPr lang="en-US" sz="3000" kern="1200" dirty="0"/>
            <a:t>/*</a:t>
          </a:r>
          <a:r>
            <a:rPr lang="ru-RU" sz="3000" kern="1200" dirty="0"/>
            <a:t> и </a:t>
          </a:r>
          <a:r>
            <a:rPr lang="en-US" sz="3000" kern="1200" dirty="0"/>
            <a:t>*/, </a:t>
          </a:r>
          <a:r>
            <a:rPr lang="ru-RU" sz="3000" kern="1200" dirty="0"/>
            <a:t>игнорируются</a:t>
          </a:r>
        </a:p>
      </dsp:txBody>
      <dsp:txXfrm>
        <a:off x="0" y="2152707"/>
        <a:ext cx="10972800" cy="645840"/>
      </dsp:txXfrm>
    </dsp:sp>
    <dsp:sp modelId="{9CEA1E39-D1DB-4644-A6DC-07B86AAF700E}">
      <dsp:nvSpPr>
        <dsp:cNvPr id="0" name=""/>
        <dsp:cNvSpPr/>
      </dsp:nvSpPr>
      <dsp:spPr>
        <a:xfrm>
          <a:off x="0" y="2724766"/>
          <a:ext cx="10972800" cy="7300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Courier New" panose="02070309020205020404" pitchFamily="49" charset="0"/>
              <a:cs typeface="Courier New" panose="02070309020205020404" pitchFamily="49" charset="0"/>
            </a:rPr>
            <a:t>/** </a:t>
          </a:r>
          <a:r>
            <a:rPr lang="ru-RU" sz="2800" kern="1200" dirty="0">
              <a:latin typeface="Courier New" panose="02070309020205020404" pitchFamily="49" charset="0"/>
              <a:cs typeface="Courier New" panose="02070309020205020404" pitchFamily="49" charset="0"/>
            </a:rPr>
            <a:t>Комментарий </a:t>
          </a:r>
          <a:r>
            <a:rPr lang="en-US" sz="2800" kern="1200" dirty="0">
              <a:latin typeface="Courier New" panose="02070309020205020404" pitchFamily="49" charset="0"/>
              <a:cs typeface="Courier New" panose="02070309020205020404" pitchFamily="49" charset="0"/>
            </a:rPr>
            <a:t>*/</a:t>
          </a:r>
          <a:endParaRPr lang="ru-RU" sz="28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35640" y="2760406"/>
        <a:ext cx="10901520" cy="658800"/>
      </dsp:txXfrm>
    </dsp:sp>
    <dsp:sp modelId="{FB37DE26-FBA5-42B9-9D52-60E1EBBFFBA8}">
      <dsp:nvSpPr>
        <dsp:cNvPr id="0" name=""/>
        <dsp:cNvSpPr/>
      </dsp:nvSpPr>
      <dsp:spPr>
        <a:xfrm>
          <a:off x="0" y="3528627"/>
          <a:ext cx="10972800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ru-RU" sz="3000" kern="1200" dirty="0"/>
            <a:t>Комментарий </a:t>
          </a:r>
          <a:r>
            <a:rPr lang="en-US" sz="3000" kern="1200" dirty="0" err="1"/>
            <a:t>javadoc</a:t>
          </a:r>
          <a:endParaRPr lang="ru-RU" sz="3000" kern="1200" dirty="0"/>
        </a:p>
      </dsp:txBody>
      <dsp:txXfrm>
        <a:off x="0" y="3528627"/>
        <a:ext cx="10972800" cy="645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F8F76-57CA-4C9C-9F0A-01251E4D5156}">
      <dsp:nvSpPr>
        <dsp:cNvPr id="0" name=""/>
        <dsp:cNvSpPr/>
      </dsp:nvSpPr>
      <dsp:spPr>
        <a:xfrm>
          <a:off x="0" y="267264"/>
          <a:ext cx="3702050" cy="40774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 err="1"/>
            <a:t>int</a:t>
          </a:r>
          <a:r>
            <a:rPr lang="en-US" sz="1700" b="0" i="0" kern="1200" dirty="0"/>
            <a:t> c = a + 2;</a:t>
          </a:r>
          <a:endParaRPr lang="en-US" sz="1700" kern="1200" dirty="0"/>
        </a:p>
      </dsp:txBody>
      <dsp:txXfrm>
        <a:off x="19904" y="287168"/>
        <a:ext cx="3662242" cy="367937"/>
      </dsp:txXfrm>
    </dsp:sp>
    <dsp:sp modelId="{EC1BFF6C-0F8B-4470-960A-6806ED49CB64}">
      <dsp:nvSpPr>
        <dsp:cNvPr id="0" name=""/>
        <dsp:cNvSpPr/>
      </dsp:nvSpPr>
      <dsp:spPr>
        <a:xfrm>
          <a:off x="0" y="723969"/>
          <a:ext cx="3702050" cy="40774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int</a:t>
          </a:r>
          <a:r>
            <a:rPr lang="en-US" sz="1700" kern="1200" dirty="0"/>
            <a:t> c = 4 – b;</a:t>
          </a:r>
        </a:p>
      </dsp:txBody>
      <dsp:txXfrm>
        <a:off x="19904" y="743873"/>
        <a:ext cx="3662242" cy="367937"/>
      </dsp:txXfrm>
    </dsp:sp>
    <dsp:sp modelId="{73582DFB-B615-4AD1-A1D3-2C3747BB417C}">
      <dsp:nvSpPr>
        <dsp:cNvPr id="0" name=""/>
        <dsp:cNvSpPr/>
      </dsp:nvSpPr>
      <dsp:spPr>
        <a:xfrm>
          <a:off x="0" y="1180675"/>
          <a:ext cx="3702050" cy="40774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int</a:t>
          </a:r>
          <a:r>
            <a:rPr lang="en-US" sz="1700" kern="1200" dirty="0"/>
            <a:t> c = a * 5;</a:t>
          </a:r>
        </a:p>
      </dsp:txBody>
      <dsp:txXfrm>
        <a:off x="19904" y="1200579"/>
        <a:ext cx="3662242" cy="367937"/>
      </dsp:txXfrm>
    </dsp:sp>
    <dsp:sp modelId="{636C558B-345E-4058-AD1F-390AB97C762F}">
      <dsp:nvSpPr>
        <dsp:cNvPr id="0" name=""/>
        <dsp:cNvSpPr/>
      </dsp:nvSpPr>
      <dsp:spPr>
        <a:xfrm>
          <a:off x="0" y="1637380"/>
          <a:ext cx="3702050" cy="40774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double c = 10.0 / a;</a:t>
          </a:r>
        </a:p>
      </dsp:txBody>
      <dsp:txXfrm>
        <a:off x="19904" y="1657284"/>
        <a:ext cx="3662242" cy="367937"/>
      </dsp:txXfrm>
    </dsp:sp>
    <dsp:sp modelId="{7AB147CA-E968-41DA-AE07-E7FD403FF2B7}">
      <dsp:nvSpPr>
        <dsp:cNvPr id="0" name=""/>
        <dsp:cNvSpPr/>
      </dsp:nvSpPr>
      <dsp:spPr>
        <a:xfrm>
          <a:off x="0" y="2094085"/>
          <a:ext cx="3702050" cy="40774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int</a:t>
          </a:r>
          <a:r>
            <a:rPr lang="en-US" sz="1700" kern="1200" dirty="0"/>
            <a:t> c = 22 % a;</a:t>
          </a:r>
        </a:p>
      </dsp:txBody>
      <dsp:txXfrm>
        <a:off x="19904" y="2113989"/>
        <a:ext cx="3662242" cy="367937"/>
      </dsp:txXfrm>
    </dsp:sp>
    <dsp:sp modelId="{29F9CF23-D87D-403F-A6AC-D656B9D14ADE}">
      <dsp:nvSpPr>
        <dsp:cNvPr id="0" name=""/>
        <dsp:cNvSpPr/>
      </dsp:nvSpPr>
      <dsp:spPr>
        <a:xfrm>
          <a:off x="0" y="2550790"/>
          <a:ext cx="3702050" cy="40774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+=, -=, *=, /=, %=, &amp;=, ^=, |=, </a:t>
          </a:r>
          <a:r>
            <a:rPr lang="ru-RU" sz="1700" b="0" strike="noStrike" kern="1200" spc="-1" dirty="0">
              <a:solidFill>
                <a:srgbClr val="244061"/>
              </a:solidFill>
              <a:latin typeface="Calibri"/>
              <a:ea typeface="DejaVu Sans"/>
            </a:rPr>
            <a:t> &lt;&lt;=, &gt;&gt;= </a:t>
          </a:r>
          <a:endParaRPr lang="en-US" sz="1700" kern="1200" dirty="0"/>
        </a:p>
      </dsp:txBody>
      <dsp:txXfrm>
        <a:off x="19904" y="2570694"/>
        <a:ext cx="3662242" cy="367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40CED-3062-455C-9725-683F349DB4E5}">
      <dsp:nvSpPr>
        <dsp:cNvPr id="0" name=""/>
        <dsp:cNvSpPr/>
      </dsp:nvSpPr>
      <dsp:spPr>
        <a:xfrm>
          <a:off x="269596" y="1062"/>
          <a:ext cx="1617818" cy="1114676"/>
        </a:xfrm>
        <a:prstGeom prst="round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D85AA-5BBB-466D-8804-66FF8F6CC0F0}">
      <dsp:nvSpPr>
        <dsp:cNvPr id="0" name=""/>
        <dsp:cNvSpPr/>
      </dsp:nvSpPr>
      <dsp:spPr>
        <a:xfrm>
          <a:off x="269596" y="1115739"/>
          <a:ext cx="1617818" cy="600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++ (префиксный инкремент)</a:t>
          </a:r>
          <a:endParaRPr lang="en-US" sz="1500" b="0" kern="1200" dirty="0"/>
        </a:p>
      </dsp:txBody>
      <dsp:txXfrm>
        <a:off x="269596" y="1115739"/>
        <a:ext cx="1617818" cy="600210"/>
      </dsp:txXfrm>
    </dsp:sp>
    <dsp:sp modelId="{1F915350-8DD8-4F20-98FB-B610718F1241}">
      <dsp:nvSpPr>
        <dsp:cNvPr id="0" name=""/>
        <dsp:cNvSpPr/>
      </dsp:nvSpPr>
      <dsp:spPr>
        <a:xfrm>
          <a:off x="2049264" y="1062"/>
          <a:ext cx="1617818" cy="1114676"/>
        </a:xfrm>
        <a:prstGeom prst="round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ED8CD-6D7C-43C1-8C2E-811F7189A179}">
      <dsp:nvSpPr>
        <dsp:cNvPr id="0" name=""/>
        <dsp:cNvSpPr/>
      </dsp:nvSpPr>
      <dsp:spPr>
        <a:xfrm>
          <a:off x="2049264" y="1115739"/>
          <a:ext cx="1617818" cy="600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++ (постфиксный инкремент)</a:t>
          </a:r>
          <a:endParaRPr lang="en-US" sz="1500" b="0" kern="1200" dirty="0"/>
        </a:p>
      </dsp:txBody>
      <dsp:txXfrm>
        <a:off x="2049264" y="1115739"/>
        <a:ext cx="1617818" cy="600210"/>
      </dsp:txXfrm>
    </dsp:sp>
    <dsp:sp modelId="{F2F33660-6F73-4DA3-B0A1-BB673262CDB7}">
      <dsp:nvSpPr>
        <dsp:cNvPr id="0" name=""/>
        <dsp:cNvSpPr/>
      </dsp:nvSpPr>
      <dsp:spPr>
        <a:xfrm>
          <a:off x="269596" y="1877732"/>
          <a:ext cx="1617818" cy="1114676"/>
        </a:xfrm>
        <a:prstGeom prst="round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20EAB-F53F-4A63-A2C1-28C02C9DE13B}">
      <dsp:nvSpPr>
        <dsp:cNvPr id="0" name=""/>
        <dsp:cNvSpPr/>
      </dsp:nvSpPr>
      <dsp:spPr>
        <a:xfrm>
          <a:off x="269596" y="2992409"/>
          <a:ext cx="1617818" cy="600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-- (префиксный декремент)</a:t>
          </a:r>
          <a:endParaRPr lang="en-US" sz="1500" b="0" kern="1200" dirty="0"/>
        </a:p>
      </dsp:txBody>
      <dsp:txXfrm>
        <a:off x="269596" y="2992409"/>
        <a:ext cx="1617818" cy="600210"/>
      </dsp:txXfrm>
    </dsp:sp>
    <dsp:sp modelId="{D2D6284E-69AA-4CEB-92E9-57E37E6645E2}">
      <dsp:nvSpPr>
        <dsp:cNvPr id="0" name=""/>
        <dsp:cNvSpPr/>
      </dsp:nvSpPr>
      <dsp:spPr>
        <a:xfrm>
          <a:off x="2049264" y="1877732"/>
          <a:ext cx="1617818" cy="1114676"/>
        </a:xfrm>
        <a:prstGeom prst="round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FDB0E-3200-45E9-8C80-54338F18082C}">
      <dsp:nvSpPr>
        <dsp:cNvPr id="0" name=""/>
        <dsp:cNvSpPr/>
      </dsp:nvSpPr>
      <dsp:spPr>
        <a:xfrm>
          <a:off x="2049264" y="2992409"/>
          <a:ext cx="1617818" cy="600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-- (постфиксный декремент)</a:t>
          </a:r>
          <a:endParaRPr lang="en-US" sz="1500" b="0" kern="1200" dirty="0"/>
        </a:p>
      </dsp:txBody>
      <dsp:txXfrm>
        <a:off x="2049264" y="2992409"/>
        <a:ext cx="1617818" cy="6002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1A4154-433A-4DC9-ACA6-3E220DE71636}">
      <dsp:nvSpPr>
        <dsp:cNvPr id="0" name=""/>
        <dsp:cNvSpPr/>
      </dsp:nvSpPr>
      <dsp:spPr>
        <a:xfrm rot="5400000">
          <a:off x="2365058" y="72222"/>
          <a:ext cx="1104394" cy="96082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==</a:t>
          </a:r>
        </a:p>
      </dsp:txBody>
      <dsp:txXfrm rot="-5400000">
        <a:off x="2586571" y="172538"/>
        <a:ext cx="661367" cy="760192"/>
      </dsp:txXfrm>
    </dsp:sp>
    <dsp:sp modelId="{6FB371BB-EC4D-4C22-A28B-87C8D6C44D48}">
      <dsp:nvSpPr>
        <dsp:cNvPr id="0" name=""/>
        <dsp:cNvSpPr/>
      </dsp:nvSpPr>
      <dsp:spPr>
        <a:xfrm>
          <a:off x="3426823" y="221315"/>
          <a:ext cx="1232504" cy="662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8AE363-9B84-463C-8FC5-6D83D1562FF0}">
      <dsp:nvSpPr>
        <dsp:cNvPr id="0" name=""/>
        <dsp:cNvSpPr/>
      </dsp:nvSpPr>
      <dsp:spPr>
        <a:xfrm rot="5400000">
          <a:off x="1327369" y="72222"/>
          <a:ext cx="1104394" cy="96082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!=</a:t>
          </a:r>
        </a:p>
      </dsp:txBody>
      <dsp:txXfrm rot="-5400000">
        <a:off x="1548882" y="172538"/>
        <a:ext cx="661367" cy="760192"/>
      </dsp:txXfrm>
    </dsp:sp>
    <dsp:sp modelId="{CF00836A-AEBC-4F1B-B17D-7E865AC86817}">
      <dsp:nvSpPr>
        <dsp:cNvPr id="0" name=""/>
        <dsp:cNvSpPr/>
      </dsp:nvSpPr>
      <dsp:spPr>
        <a:xfrm rot="5400000">
          <a:off x="1844225" y="1009632"/>
          <a:ext cx="1104394" cy="96082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&gt;</a:t>
          </a:r>
        </a:p>
      </dsp:txBody>
      <dsp:txXfrm rot="-5400000">
        <a:off x="2065738" y="1109948"/>
        <a:ext cx="661367" cy="760192"/>
      </dsp:txXfrm>
    </dsp:sp>
    <dsp:sp modelId="{D696F524-0EE0-4FD7-96FB-92D3E5272400}">
      <dsp:nvSpPr>
        <dsp:cNvPr id="0" name=""/>
        <dsp:cNvSpPr/>
      </dsp:nvSpPr>
      <dsp:spPr>
        <a:xfrm>
          <a:off x="683507" y="1158726"/>
          <a:ext cx="1192746" cy="662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 dirty="0"/>
        </a:p>
      </dsp:txBody>
      <dsp:txXfrm>
        <a:off x="683507" y="1158726"/>
        <a:ext cx="1192746" cy="662636"/>
      </dsp:txXfrm>
    </dsp:sp>
    <dsp:sp modelId="{9848A561-60C6-4591-A4DC-578C298C4B67}">
      <dsp:nvSpPr>
        <dsp:cNvPr id="0" name=""/>
        <dsp:cNvSpPr/>
      </dsp:nvSpPr>
      <dsp:spPr>
        <a:xfrm rot="5400000">
          <a:off x="2881915" y="1009632"/>
          <a:ext cx="1104394" cy="96082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&lt;</a:t>
          </a:r>
        </a:p>
      </dsp:txBody>
      <dsp:txXfrm rot="-5400000">
        <a:off x="3103428" y="1109948"/>
        <a:ext cx="661367" cy="760192"/>
      </dsp:txXfrm>
    </dsp:sp>
    <dsp:sp modelId="{7ED151AD-5A0F-4439-968F-FA77087005D8}">
      <dsp:nvSpPr>
        <dsp:cNvPr id="0" name=""/>
        <dsp:cNvSpPr/>
      </dsp:nvSpPr>
      <dsp:spPr>
        <a:xfrm rot="5400000">
          <a:off x="2365058" y="1947042"/>
          <a:ext cx="1104394" cy="96082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&gt;=</a:t>
          </a:r>
        </a:p>
      </dsp:txBody>
      <dsp:txXfrm rot="-5400000">
        <a:off x="2586571" y="2047358"/>
        <a:ext cx="661367" cy="760192"/>
      </dsp:txXfrm>
    </dsp:sp>
    <dsp:sp modelId="{CB5CC0FC-658F-4F66-88F4-BB5DABF44C74}">
      <dsp:nvSpPr>
        <dsp:cNvPr id="0" name=""/>
        <dsp:cNvSpPr/>
      </dsp:nvSpPr>
      <dsp:spPr>
        <a:xfrm>
          <a:off x="3426823" y="2096136"/>
          <a:ext cx="1232504" cy="662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 dirty="0"/>
        </a:p>
      </dsp:txBody>
      <dsp:txXfrm>
        <a:off x="3426823" y="2096136"/>
        <a:ext cx="1232504" cy="662636"/>
      </dsp:txXfrm>
    </dsp:sp>
    <dsp:sp modelId="{56D9E3FE-BF07-4FED-B6D3-C0EBCDE72A0A}">
      <dsp:nvSpPr>
        <dsp:cNvPr id="0" name=""/>
        <dsp:cNvSpPr/>
      </dsp:nvSpPr>
      <dsp:spPr>
        <a:xfrm rot="5400000">
          <a:off x="1327369" y="1947042"/>
          <a:ext cx="1104394" cy="96082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&lt;=</a:t>
          </a:r>
        </a:p>
      </dsp:txBody>
      <dsp:txXfrm rot="-5400000">
        <a:off x="1548882" y="2047358"/>
        <a:ext cx="661367" cy="7601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79976-3432-4E2B-B1DA-308680C9DE9C}">
      <dsp:nvSpPr>
        <dsp:cNvPr id="0" name=""/>
        <dsp:cNvSpPr/>
      </dsp:nvSpPr>
      <dsp:spPr>
        <a:xfrm rot="5400000">
          <a:off x="2044650" y="69741"/>
          <a:ext cx="1063746" cy="925459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^</a:t>
          </a:r>
        </a:p>
      </dsp:txBody>
      <dsp:txXfrm rot="-5400000">
        <a:off x="2258010" y="166365"/>
        <a:ext cx="637025" cy="732212"/>
      </dsp:txXfrm>
    </dsp:sp>
    <dsp:sp modelId="{24FECBE3-F4DD-4D6A-8B4A-D9D79DB4ECB9}">
      <dsp:nvSpPr>
        <dsp:cNvPr id="0" name=""/>
        <dsp:cNvSpPr/>
      </dsp:nvSpPr>
      <dsp:spPr>
        <a:xfrm>
          <a:off x="3067335" y="213347"/>
          <a:ext cx="1187140" cy="638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24D19A-2920-4E5F-AB2A-6BEB6CB36CD4}">
      <dsp:nvSpPr>
        <dsp:cNvPr id="0" name=""/>
        <dsp:cNvSpPr/>
      </dsp:nvSpPr>
      <dsp:spPr>
        <a:xfrm rot="5400000">
          <a:off x="1045154" y="69741"/>
          <a:ext cx="1063746" cy="925459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!</a:t>
          </a:r>
          <a:endParaRPr lang="en-US" sz="3600" kern="1200" dirty="0"/>
        </a:p>
      </dsp:txBody>
      <dsp:txXfrm rot="-5400000">
        <a:off x="1258514" y="166365"/>
        <a:ext cx="637025" cy="732212"/>
      </dsp:txXfrm>
    </dsp:sp>
    <dsp:sp modelId="{0CA758D8-1EAE-4C57-9854-396C18CB7DEB}">
      <dsp:nvSpPr>
        <dsp:cNvPr id="0" name=""/>
        <dsp:cNvSpPr/>
      </dsp:nvSpPr>
      <dsp:spPr>
        <a:xfrm rot="5400000">
          <a:off x="1542987" y="972648"/>
          <a:ext cx="1063746" cy="925459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|</a:t>
          </a:r>
        </a:p>
      </dsp:txBody>
      <dsp:txXfrm rot="-5400000">
        <a:off x="1756347" y="1069272"/>
        <a:ext cx="637025" cy="732212"/>
      </dsp:txXfrm>
    </dsp:sp>
    <dsp:sp modelId="{9A9AEBED-59BB-4475-9638-221C7C686447}">
      <dsp:nvSpPr>
        <dsp:cNvPr id="0" name=""/>
        <dsp:cNvSpPr/>
      </dsp:nvSpPr>
      <dsp:spPr>
        <a:xfrm>
          <a:off x="424990" y="1116254"/>
          <a:ext cx="1148845" cy="638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197F01-4DCE-4630-885B-986292ACD5BE}">
      <dsp:nvSpPr>
        <dsp:cNvPr id="0" name=""/>
        <dsp:cNvSpPr/>
      </dsp:nvSpPr>
      <dsp:spPr>
        <a:xfrm rot="5400000">
          <a:off x="2542483" y="972648"/>
          <a:ext cx="1063746" cy="925459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&amp;</a:t>
          </a:r>
        </a:p>
      </dsp:txBody>
      <dsp:txXfrm rot="-5400000">
        <a:off x="2755843" y="1069272"/>
        <a:ext cx="637025" cy="732212"/>
      </dsp:txXfrm>
    </dsp:sp>
    <dsp:sp modelId="{8C4D9A2A-A7E0-4127-9302-85AF72632240}">
      <dsp:nvSpPr>
        <dsp:cNvPr id="0" name=""/>
        <dsp:cNvSpPr/>
      </dsp:nvSpPr>
      <dsp:spPr>
        <a:xfrm rot="5400000">
          <a:off x="2044650" y="1875556"/>
          <a:ext cx="1063746" cy="925459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||</a:t>
          </a:r>
        </a:p>
      </dsp:txBody>
      <dsp:txXfrm rot="-5400000">
        <a:off x="2258010" y="1972180"/>
        <a:ext cx="637025" cy="732212"/>
      </dsp:txXfrm>
    </dsp:sp>
    <dsp:sp modelId="{A89885A9-836F-41C6-A35F-29BB692BF2D7}">
      <dsp:nvSpPr>
        <dsp:cNvPr id="0" name=""/>
        <dsp:cNvSpPr/>
      </dsp:nvSpPr>
      <dsp:spPr>
        <a:xfrm>
          <a:off x="3067335" y="2019162"/>
          <a:ext cx="1187140" cy="638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06C8D5-1C9C-4012-82DF-34E80E07E434}">
      <dsp:nvSpPr>
        <dsp:cNvPr id="0" name=""/>
        <dsp:cNvSpPr/>
      </dsp:nvSpPr>
      <dsp:spPr>
        <a:xfrm rot="5400000">
          <a:off x="1045154" y="1875556"/>
          <a:ext cx="1063746" cy="925459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&amp;&amp;</a:t>
          </a:r>
        </a:p>
      </dsp:txBody>
      <dsp:txXfrm rot="-5400000">
        <a:off x="1258514" y="1972180"/>
        <a:ext cx="637025" cy="732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9A499-AB0E-41E7-8F43-0B644843E13C}" type="datetimeFigureOut">
              <a:rPr lang="ru-RU" smtClean="0"/>
              <a:t>14.07.2025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7ACF0-1C88-4F3C-8A42-B66D78E86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195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F805E-4D42-4930-AF02-3208323ECEC0}" type="datetimeFigureOut">
              <a:rPr lang="ru-RU" smtClean="0"/>
              <a:t>14.07.2025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03A2D-F27E-469C-ADB1-04668A9E2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98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описывается как многоцелевой, строго типизированный, объектно-ориентированный язык программирования. По замыслу,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обладает минимальным количеством зависимостей от конкретных реализаций.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язык программирования позволяет создавать приложения на множестве устройств. Его применение очень широкое, включая разработку программного обеспечения для мобильных устройств, POS-терминалов, банкоматов, Интернета вещей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а также веб-страниц.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Появление забавного существа в первой версии Java в качестве иллюстрации графики и возможностей динамического интерактивного контента в Web-документах. Была пред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тавлена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программа, где Дюк крутился по экрану колесом.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645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Бытовые электронные устройства, как правило, имели различные процессоры, поэтому используемое программное обеспечение было не  совместимо  между собой. Программа, управляющая электронным устройством с одним типом процессора, не могла быть использована на другом устройстве с другим типом процессора. Существующие в то время языки программирования  не могли обеспечить написание программ, которые не зависели бы от процессора, а точнее от платформы.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Интернет представляет объединение различных типов компьютеров, операционных систем, то возникает та же проблема создания независящего от платформы программного кода.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088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Главная особенность технологии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– программа компилируется сразу в машинные коды, но не в команды какого-то конкретного процессора, а в команды виртуальной машины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(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Virtual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Machine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JVM). JVM – это совокупность команд вместе с системой их выполнения. Полное описание всех</a:t>
            </a:r>
            <a:r>
              <a:rPr lang="en-US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команд и архитектуры JVM содержится в спецификации виртуальной машины (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Virtual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Machine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Specification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VMS).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Другая особенность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все стандартные функции, вызываемые в программе, подключаются к ней только на этапе выполнения, в не включаются в байт-коды (динамическая компоновка).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есть, программы без перекомпиляции могут выполняться на различных платформах - Windows, Linux, Mac OS и т.д.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Объектно-ориентированный подход позволяет решить задачи по построению крупных, но в тоже время гибких, масштабируемых и расширяемых приложений.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268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Что такое JRE? Это набор программ и пакет классов, который содержит всё необходимое для выполнения байт-кодов, в том числе интерпретатор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и библиотеку классов. </a:t>
            </a:r>
            <a:endParaRPr lang="en-US" sz="12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Набор необходимых программных инструментов для полного цикла работы с этим языком программирования: компиляция, интерпретация, отладки, включающий и богатую библиотеку классов. Этот набор называется JDK –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development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kit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содержит: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компилятор из исходного текста в байт-коды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javac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интерпретатор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содержащий реализацию JVM;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программу генерации заголовочных файлов языка С для создания «родных» методов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javah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отладчик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jdb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программу архивации и сжатия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jar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dirty="0"/>
          </a:p>
          <a:p>
            <a:r>
              <a:rPr lang="ru-RU" dirty="0"/>
              <a:t>Первая</a:t>
            </a:r>
            <a:r>
              <a:rPr lang="ru-RU" baseline="0" dirty="0"/>
              <a:t> программа</a:t>
            </a:r>
            <a:r>
              <a:rPr lang="en-US" baseline="0" dirty="0"/>
              <a:t>, path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588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375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это высокоуровневый ОО язык программирования. В основе концепции объектно-ориентированного программирования лежит понятие объекта — некой сущности, которая объединяет в себе поля (данные) и методы (выполняемые объектом действия).</a:t>
            </a:r>
          </a:p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937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 является объектом. Представляйте себе объект как усовершенствованную переменную; он хранит данные, но вы можете «обращаться с запросами» к объекту, требуя у него выполнить операции над собой. Теоретически абсолютно любой компонент решаемой задачи (собака, здание, услуга и т. п.) может быть представлен в виде объекта.</a:t>
            </a:r>
          </a:p>
          <a:p>
            <a:r>
              <a:rPr lang="ru-RU" dirty="0"/>
              <a:t>• Программа — это группа объектов, указывающих друг другу, что делать, посредством сообщений. Чтобы обратиться с запросом к объекту, вы «посылаете ему сообщение». Более наглядно можно представить сообщение как вызов метода, принадлежащего определенному объекту.</a:t>
            </a:r>
          </a:p>
          <a:p>
            <a:r>
              <a:rPr lang="ru-RU" dirty="0"/>
              <a:t>• Каждый объект имеет собственную «память», состоящую из других объектов. Иными словами, вы создаете новый объект с помощью встраивания в него уже существующих объектов. Таким образом, можно сконструировать сколь угодно сложную программу, скрыв общую сложность за простотой отдельных объектов.</a:t>
            </a:r>
          </a:p>
          <a:p>
            <a:r>
              <a:rPr lang="ru-RU" dirty="0"/>
              <a:t>• У каждого объекта есть тип. В других терминах, каждый объект является экземпляром класса, где «класс» является аналогом слова «тип». Важнейшее отличие классов друг от друга как раз и заключается в ответе на вопрос: «Какие сообщения можно посылать объекту?»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647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1. Всякая программа, написанная на языке </a:t>
            </a:r>
            <a:r>
              <a:rPr lang="ru-RU" dirty="0" err="1"/>
              <a:t>Java</a:t>
            </a:r>
            <a:r>
              <a:rPr lang="ru-RU" dirty="0"/>
              <a:t>, представляет собой один или несколько классов.</a:t>
            </a:r>
          </a:p>
          <a:p>
            <a:r>
              <a:rPr lang="ru-RU" dirty="0"/>
              <a:t>2. Начало класса отмечается служебным словом </a:t>
            </a:r>
            <a:r>
              <a:rPr lang="ru-RU" dirty="0" err="1"/>
              <a:t>class</a:t>
            </a:r>
            <a:r>
              <a:rPr lang="ru-RU" dirty="0"/>
              <a:t>, за которым следует имя класса. Все, что содержится в классе, записывается в фигурных скобках и составляет тело класса.</a:t>
            </a:r>
          </a:p>
          <a:p>
            <a:r>
              <a:rPr lang="ru-RU" dirty="0"/>
              <a:t>3. Все действия в программе производятся с помощью методов обработки информации, коротко говорят просто метод. </a:t>
            </a: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4. Методы различаются по именам и параметрам. Один из методов обязательно должен называться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main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c него начинается выполнение программы.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5. Как и положено функции, метод всегда выдает в результате (возвращает) только одно значение, типа которого обязательно указывается перед именем метода. Метод может и не возвращать никакого значения, играя роль процедуры. Тогда вместо типа возвращаемого типа записывается слово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void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.</a:t>
            </a:r>
          </a:p>
          <a:p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6. 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После имени метода в скобках через запятую перечисляются параметры метода. Для каждого параметра указывается его типа и через пробел – имя. </a:t>
            </a:r>
            <a:endParaRPr lang="en-US" sz="12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7. Перед типом возвращаемого методом значения могут быть записаны модификаторы.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8. Всё что содержит метод, тело метода записывается в фигурных скобках.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У метода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main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()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с нее начинается выполнение программы. Он обязательно должен присутствовать в программе. При этом его заголовок может быть только таким:</a:t>
            </a:r>
          </a:p>
          <a:p>
            <a:pPr fontAlgn="base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запуске приложения виртуальная машина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ищет в главном классе программы метод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подобным заголовком, и после его обнаружения запускает его.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Вначале заголовка метода идет модификатор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указывает, что метод будет доступен извне. Слово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указывает, что метод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статический, а слово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что он не возвращает никакого значения. Далее в скобках у нас идут параметры метода -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 - это массив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хранит значения типа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есть строки. При запуске программы через этот массив мы можем передать в программу различные данные.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Имя параметра может быть произвольным.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заголовка метода идет его блок, который содержит набор выполняемых инструкций.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353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Язык </a:t>
            </a:r>
            <a:r>
              <a:rPr lang="ru-RU" dirty="0" err="1"/>
              <a:t>Java</a:t>
            </a:r>
            <a:r>
              <a:rPr lang="ru-RU" dirty="0"/>
              <a:t> различает строчные и прописные буквы, имена </a:t>
            </a:r>
            <a:r>
              <a:rPr lang="ru-RU" dirty="0" err="1"/>
              <a:t>main</a:t>
            </a:r>
            <a:r>
              <a:rPr lang="ru-RU" dirty="0"/>
              <a:t>, </a:t>
            </a:r>
            <a:r>
              <a:rPr lang="ru-RU" dirty="0" err="1"/>
              <a:t>Main</a:t>
            </a:r>
            <a:r>
              <a:rPr lang="ru-RU" dirty="0"/>
              <a:t>, MAIN отличаются с точки зрения компилятора </a:t>
            </a:r>
            <a:r>
              <a:rPr lang="ru-RU" dirty="0" err="1"/>
              <a:t>Java</a:t>
            </a:r>
            <a:r>
              <a:rPr lang="ru-RU" dirty="0"/>
              <a:t>. Компилятор не «смотрит» на текст в кавычках.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имена классов начинаются с прописной (заглавной) буквы; если имя содержит несколько слов, то каждое слово начинается с прописной буквы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имена методов и переменных начинаются со строчной буквы; если имя содержит несколько слов, то каждое следующее слово начинается с прописной буквы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имена констант записываются полностью прописными буквами; если имя состоит из нескольких слов, то между ними ставится знак подчеркивания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имена должны быть «говорящими»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215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41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программу можно вставлять комментарии, которые компилятор не будет учитывать – это очень удобно для пояснений хода программы.</a:t>
            </a:r>
          </a:p>
          <a:p>
            <a:r>
              <a:rPr lang="ru-RU" dirty="0"/>
              <a:t>- за двумя косыми чертами, написанными подряд без пробела между ними, начинается комментарий, продолжающийся до конца строки. //</a:t>
            </a:r>
          </a:p>
          <a:p>
            <a:r>
              <a:rPr lang="ru-RU" dirty="0"/>
              <a:t>- За наклонной чертой и звездочкой /* начинается комментарий, который может занимать несколько строк, до звездочки и наклонной черты*/</a:t>
            </a:r>
          </a:p>
          <a:p>
            <a:r>
              <a:rPr lang="ru-RU" dirty="0"/>
              <a:t>- за наклонной чертой и двумя звёздочками /** начинается комментарий, который может занимать несколько строк, до звездочки и наклонной черты */. Из таких комментариев формируется документация.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178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Идентификаторы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это </a:t>
            </a:r>
            <a:r>
              <a:rPr lang="ru-RU" dirty="0"/>
              <a:t>имена, которые используются для обозначения классов, методов, переменных и других элементов программы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существует 50 зарезервированных слов, которые нельзя использовать в качестве имен переменных, методов, классов и т.д. Эти слова имеют специальное значение для компилятора. 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литерал - это фиксированное значение, которое явно указано в коде. Это константа, которая не может быть изменена во время выполнения программы. Литералы используются для представления значений различных типов данных, таких как числа, строки, символы и логические значения. 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368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243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Java</a:t>
            </a:r>
            <a:r>
              <a:rPr lang="ru-RU" dirty="0"/>
              <a:t> есть два основных типа данных: примитивные и ссылочные (или объектные). Примитивные типы данных представляют собой базовые типы, встроенные в язык, такие как целые числа (</a:t>
            </a:r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long</a:t>
            </a:r>
            <a:r>
              <a:rPr lang="ru-RU" dirty="0"/>
              <a:t>, </a:t>
            </a:r>
            <a:r>
              <a:rPr lang="ru-RU" dirty="0" err="1"/>
              <a:t>short</a:t>
            </a:r>
            <a:r>
              <a:rPr lang="ru-RU" dirty="0"/>
              <a:t>, </a:t>
            </a:r>
            <a:r>
              <a:rPr lang="ru-RU" dirty="0" err="1"/>
              <a:t>byte</a:t>
            </a:r>
            <a:r>
              <a:rPr lang="ru-RU" dirty="0"/>
              <a:t>), числа с плавающей точкой (</a:t>
            </a:r>
            <a:r>
              <a:rPr lang="ru-RU" dirty="0" err="1"/>
              <a:t>float</a:t>
            </a:r>
            <a:r>
              <a:rPr lang="ru-RU" dirty="0"/>
              <a:t>, </a:t>
            </a:r>
            <a:r>
              <a:rPr lang="ru-RU" dirty="0" err="1"/>
              <a:t>double</a:t>
            </a:r>
            <a:r>
              <a:rPr lang="ru-RU" dirty="0"/>
              <a:t>), логический тип (</a:t>
            </a:r>
            <a:r>
              <a:rPr lang="ru-RU" dirty="0" err="1"/>
              <a:t>boolean</a:t>
            </a:r>
            <a:r>
              <a:rPr lang="ru-RU" dirty="0"/>
              <a:t>) и символьный тип (</a:t>
            </a:r>
            <a:r>
              <a:rPr lang="ru-RU" dirty="0" err="1"/>
              <a:t>char</a:t>
            </a:r>
            <a:r>
              <a:rPr lang="ru-RU" dirty="0"/>
              <a:t>). Ссылочные типы данных, в свою очередь, включают в себя классы, интерфейсы, массивы и перечисления, и они используются для работы с объектами.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494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есть восемь примитивных типов данных: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Они представляют собой базовые типы, не являющиеся объектами. </a:t>
            </a:r>
          </a:p>
          <a:p>
            <a:endParaRPr lang="ru-RU" dirty="0"/>
          </a:p>
          <a:p>
            <a:r>
              <a:rPr lang="ru-RU" dirty="0"/>
              <a:t>Значения логического типа </a:t>
            </a:r>
            <a:r>
              <a:rPr lang="ru-RU" dirty="0" err="1"/>
              <a:t>boolean</a:t>
            </a:r>
            <a:r>
              <a:rPr lang="ru-RU" dirty="0"/>
              <a:t> возникают в результате различных сравнений, вроде 2&gt;3, и используются главным образом в условных операторах и операторах циклов. Логических значений всего два – </a:t>
            </a:r>
            <a:r>
              <a:rPr lang="ru-RU" dirty="0" err="1"/>
              <a:t>true</a:t>
            </a:r>
            <a:r>
              <a:rPr lang="ru-RU" dirty="0"/>
              <a:t> и </a:t>
            </a:r>
            <a:r>
              <a:rPr lang="ru-RU" dirty="0" err="1"/>
              <a:t>false</a:t>
            </a:r>
            <a:r>
              <a:rPr lang="ru-RU" dirty="0"/>
              <a:t>. </a:t>
            </a:r>
            <a:endParaRPr lang="en-US" dirty="0"/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Целочисленные: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8-битное целое число со знаком, от -128 до 127.</a:t>
            </a:r>
          </a:p>
          <a:p>
            <a:pPr lvl="1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16-битное целое число со знаком, от -32768 до 32767.</a:t>
            </a:r>
          </a:p>
          <a:p>
            <a:pPr lvl="1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32-битное целое число со знаком, от -2147483648 до 2147483647.</a:t>
            </a:r>
          </a:p>
          <a:p>
            <a:pPr lvl="1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64-битное целое число со знаком, от -9223372036854775808 до 9223372036854775807.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 с плавающей точкой: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32-битное число с плавающей точкой.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64-битное число с плавающей точкой.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Символьный: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16-битный символ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Unicode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Логический: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Может принимать значения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Примитивные типы данных используются для хранения простых значений, таких как числа, символы и логические значения. Они являются основой для работы с данными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часто используются для манипулирования данными в программах. 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знак хранится отдельно от самого значения числа (в старшем бите)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328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Символы: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Одиночные символы записываются в апострофах, чтобы отличить их от имен переменных: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управляющие и специальные символы записываются в апострофах с обратным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слэшем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чтобы отличить их от обычных символов: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	- '\n' – символ перевода строки LF;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	- '\r' – символ возврата каретки CR;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	- '\f’ – символ перевода страницы FF;</a:t>
            </a: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	</a:t>
            </a: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'\b' – символ возврата на шаг BS;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	- '\t' – символ горизонтальной табуляции HT;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	- '\\' – обратная наклонная черта;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	- '\»’ – кавычка;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	- '\'' – апостроф;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Код любого символа с десятично кодировкой от 0 до 255 можно задать, записав не более чем тремя цифрами в восьмеричной системе счисления в апострофах, после обратного </a:t>
            </a:r>
            <a:r>
              <a:rPr lang="ru-RU" sz="20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слэша</a:t>
            </a: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– '\123’ – буква s и пр.</a:t>
            </a: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Код любого символа в кодировке </a:t>
            </a:r>
            <a:r>
              <a:rPr lang="ru-RU" sz="20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Unicode</a:t>
            </a: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набирается в апострофах после обратного слеша и латинской буквы u четырьмя шестнадцатеричными цифрами – '\u0053’ – буква s.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Символы хранятся в формате типа </a:t>
            </a:r>
            <a:r>
              <a:rPr lang="ru-RU" sz="20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char</a:t>
            </a: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.</a:t>
            </a:r>
            <a:endParaRPr lang="en-US" sz="20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Целые константы можно записывать в четырех системах счисления: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в привычной десятичной форме;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в двоичной системе счисления, начиная с нуля и буквы b или B – 0b1001, 0B11011;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None/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в восьмеричной форме, начиная с нуля – 027, -0326 (в таких константах недопустимо использовать цифры 8 и 9);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ru-RU" dirty="0"/>
              <a:t>- в шестнадцатеричной форме, начиная с нуля и латинской буквы х или Х: 0хFF2D;</a:t>
            </a:r>
          </a:p>
          <a:p>
            <a:endParaRPr lang="en-US" dirty="0"/>
          </a:p>
          <a:p>
            <a:r>
              <a:rPr lang="ru-RU" dirty="0"/>
              <a:t>Действительные константы записываются только в десятичной системе счисления:</a:t>
            </a:r>
          </a:p>
          <a:p>
            <a:r>
              <a:rPr lang="ru-RU" dirty="0"/>
              <a:t>- с фиксированной точкой: 37.25;</a:t>
            </a:r>
          </a:p>
          <a:p>
            <a:r>
              <a:rPr lang="ru-RU" dirty="0"/>
              <a:t>- с плавающей точкой: 2.5е34, -0.345е-25 (можно писать прописную или строчную букву Е).</a:t>
            </a: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24406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ru-RU" sz="20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Строки символов заключаются в кавычки. Управляющие символы и коды записываются в строках точно так же, с обратным слешем, но, разумеется, без апострофов и оказываются то же действие. Строки могут располагаться только на одной строке исходного кода, нельзя открывающую кавычку поставить на одной строке, а закрывающую – на следующей.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400"/>
              </a:spcBef>
              <a:buClr>
                <a:srgbClr val="244061"/>
              </a:buClr>
              <a:buFont typeface="Arial"/>
              <a:buChar char="•"/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90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Каждая переменная имеет тип, имя и значение. Тип определяет, какую информацию может хранить переменная или диапазон допустимых значений.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003A2D-F27E-469C-ADB1-04668A9E28C3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340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347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 арифметическим операциям относятся:</a:t>
            </a:r>
          </a:p>
          <a:p>
            <a:r>
              <a:rPr lang="ru-RU" dirty="0"/>
              <a:t>- инкремент (увеличение на единицу) - ++</a:t>
            </a:r>
          </a:p>
          <a:p>
            <a:pPr marL="171450" indent="-171450">
              <a:buFontTx/>
              <a:buChar char="-"/>
            </a:pPr>
            <a:r>
              <a:rPr lang="ru-RU" dirty="0"/>
              <a:t>декремент (уменьшение на единицу) ––</a:t>
            </a:r>
            <a:endParaRPr lang="en-US" dirty="0"/>
          </a:p>
          <a:p>
            <a:pPr marL="0" indent="0">
              <a:buFontTx/>
              <a:buNone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Инкремент и декремент можно применять только к переменным – к константам и выражениям нельзя</a:t>
            </a:r>
          </a:p>
          <a:p>
            <a:pPr marL="0" indent="0">
              <a:buFontTx/>
              <a:buNone/>
            </a:pPr>
            <a:endParaRPr lang="en-US" dirty="0"/>
          </a:p>
          <a:p>
            <a:r>
              <a:rPr lang="ru-RU" dirty="0"/>
              <a:t>- сложение - +;</a:t>
            </a:r>
          </a:p>
          <a:p>
            <a:r>
              <a:rPr lang="ru-RU" dirty="0"/>
              <a:t>- вычитание - -;</a:t>
            </a:r>
          </a:p>
          <a:p>
            <a:r>
              <a:rPr lang="ru-RU" dirty="0"/>
              <a:t>- умножение - *</a:t>
            </a:r>
          </a:p>
          <a:p>
            <a:r>
              <a:rPr lang="ru-RU" dirty="0"/>
              <a:t>- деление - /</a:t>
            </a:r>
          </a:p>
          <a:p>
            <a:pPr marL="0" indent="0">
              <a:buFontTx/>
              <a:buNone/>
            </a:pPr>
            <a:r>
              <a:rPr lang="ru-RU" dirty="0"/>
              <a:t>- взятие остатка от деления (деление по модулю) - %</a:t>
            </a: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Деление целых значений в результате дает опять целое – (целочисленное деление) – например, 5/2 даст значение 2, а не 2,5. То есть если два операнда имеют один и тот же типа, то и результат имеет этот же тип.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Если написать 5.0/2, то получим 2.5.</a:t>
            </a: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ru-RU" sz="1200" b="0" strike="noStrike" spc="-1" dirty="0">
              <a:solidFill>
                <a:srgbClr val="24406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Простая операция присваивания записывается знаком равенства =, слева от которого стоит переменная, а справа – выражение, совместимое с типом переменной.</a:t>
            </a: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Кроме простых операций присваивание есть еще 11 составных операций присваивания: +=, -=, *=, /=, %=, &amp;=, !=, ^=, &lt;&lt;=, &gt;&gt;=, &gt;&gt;&gt;=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5987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</a:t>
            </a:r>
            <a:r>
              <a:rPr lang="ru-RU" dirty="0" err="1"/>
              <a:t>Java</a:t>
            </a:r>
            <a:r>
              <a:rPr lang="ru-RU" dirty="0"/>
              <a:t> реализованы четыре логические операции:</a:t>
            </a:r>
          </a:p>
          <a:p>
            <a:r>
              <a:rPr lang="ru-RU" dirty="0"/>
              <a:t>- отрицание (NOT) - ! (обозначается </a:t>
            </a:r>
            <a:r>
              <a:rPr lang="ru-RU" dirty="0" err="1"/>
              <a:t>воскл</a:t>
            </a:r>
            <a:r>
              <a:rPr lang="ru-RU" dirty="0"/>
              <a:t>. знаком) – меняет значение истинности;</a:t>
            </a:r>
          </a:p>
          <a:p>
            <a:r>
              <a:rPr lang="ru-RU" dirty="0"/>
              <a:t>- конъюнкция (и) (AND) - &amp; (амперсанд) – на выходе истина, если только оба операнда истинны;</a:t>
            </a:r>
          </a:p>
          <a:p>
            <a:r>
              <a:rPr lang="ru-RU" dirty="0"/>
              <a:t>- дизъюнкция (OR) - | (вертикальная черта) – на выходе ложь, только если оба операнда ложны;</a:t>
            </a:r>
          </a:p>
          <a:p>
            <a:pPr marL="171450" indent="-171450">
              <a:buFontTx/>
              <a:buChar char="-"/>
            </a:pPr>
            <a:r>
              <a:rPr lang="ru-RU" dirty="0"/>
              <a:t>исключающее или (XOR) - ^ (каре) – истина, только если значения операндов различны.</a:t>
            </a: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есть еще две логические операции сокращенного вычисления: 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Сокращенное И (AND) - &amp;&amp;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- Сокращенное ИЛИ (OR) - ||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В этих операциях правый операнд вычисляется только если от него зависит результат операции, то есть в сокращенном И правый операнд вычисляется только если левый операнд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true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а в сокращенном ИЛИ правый операнд вычисляется только если левый операнд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false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71450" indent="-171450">
              <a:buFontTx/>
              <a:buChar char="-"/>
            </a:pP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1947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20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003A2D-F27E-469C-ADB1-04668A9E28C3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629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Условный оператор </a:t>
            </a:r>
            <a:r>
              <a:rPr lang="en-US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if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предназначен для организации разветвлений в программе. Если логическое условие –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true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то выполняется выражение1, а выражение2 не вычисляется. После этого выполняется то, что следует за оператором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if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. Если же логическое условие  –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false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то действует выражение2, при этом выражение1 не выполняется. Условный оператор может быть без ветви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else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. Бывает, что одним из операторов является опять-таки условный оператор. Ветвь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else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относится к ближайшему условию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if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не имеющему своей ветви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else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. Изменить этот порядок можно с помощью фигурных скобок.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Оператор варианта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switch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 организует разветвление по нескольким направлениям. Каждая ветвь отмечается константой или константным выражением какого-либо целого типа (кроме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long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) и выбирается, если значение определенного выражения совпадет со значением этой константой.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Все константные выражения вычисляются на этапе компиляции и должны отличаться друг от друга по значению. Затем вычисляется выражение, записанное в круглых скобках. Если оно совпадает с одной из констант, то выполняется оператор, отмеченный этой константой. Затем выполняются все следующие операторы, включая и оператор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Def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 и работа оператора варианта заканчивается.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Если же ни одна константа не равна значения выражения, то выполняется оператор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Def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 и все следующие за ним операторы. Поэтому ветвь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default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 должна быть записана последней. Ветвь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default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 может отсутствовать, тогда оператор варианта вообще ничего не делает.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Чаще всего требуется выполнить только одну ветвь – в этом случаем используется оператор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break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, сразу же прекращающий выполнение оператора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switch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С другой стороны может понадобится выполнить один и тот же оператор в нескольких ветвях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case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. В этом случае ставим несколько меток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case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 подряд.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  <a:p>
            <a:r>
              <a:rPr lang="ru-RU" dirty="0"/>
              <a:t>Эта операция имеет три операнда. Вначале записывается произвольное логическое выражение (в результате его получается </a:t>
            </a:r>
            <a:r>
              <a:rPr lang="ru-RU" dirty="0" err="1"/>
              <a:t>true</a:t>
            </a:r>
            <a:r>
              <a:rPr lang="ru-RU" dirty="0"/>
              <a:t> или </a:t>
            </a:r>
            <a:r>
              <a:rPr lang="ru-RU" dirty="0" err="1"/>
              <a:t>false</a:t>
            </a:r>
            <a:r>
              <a:rPr lang="ru-RU" dirty="0"/>
              <a:t>), затем знак вопроса, а потом два произвольных выражения, разделенных двоеточием:</a:t>
            </a:r>
          </a:p>
          <a:p>
            <a:r>
              <a:rPr lang="ru-RU" dirty="0"/>
              <a:t>сначала выполняется логическое выражение – если тру, то выполняется только первое выражение (второе – не выполняется), а если </a:t>
            </a:r>
            <a:r>
              <a:rPr lang="ru-RU" dirty="0" err="1"/>
              <a:t>фолс</a:t>
            </a:r>
            <a:r>
              <a:rPr lang="ru-RU" dirty="0"/>
              <a:t> – то только второе (первое не выполняется)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7655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</a:t>
            </a:r>
          </a:p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1521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Цикл </a:t>
            </a:r>
            <a:r>
              <a:rPr lang="en-US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for-each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Этот вид цикла используется для перебора всех элементов массива или коллекции начиная от 0 элемента.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dirty="0"/>
          </a:p>
          <a:p>
            <a:r>
              <a:rPr lang="ru-RU" dirty="0" err="1"/>
              <a:t>while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/>
              <a:t>Вначале вычисляется логическое условие, и если оно </a:t>
            </a:r>
            <a:r>
              <a:rPr lang="ru-RU" dirty="0" err="1"/>
              <a:t>true</a:t>
            </a:r>
            <a:r>
              <a:rPr lang="ru-RU" dirty="0"/>
              <a:t>, то выполняется тело цикла. Если </a:t>
            </a:r>
            <a:r>
              <a:rPr lang="ru-RU" dirty="0" err="1"/>
              <a:t>false</a:t>
            </a:r>
            <a:r>
              <a:rPr lang="ru-RU" dirty="0"/>
              <a:t>, то цикл не выполняется.</a:t>
            </a:r>
          </a:p>
          <a:p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В некоторых случаях допускается использования безусловного цикла </a:t>
            </a:r>
            <a:r>
              <a:rPr lang="en-US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while(true) {}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, </a:t>
            </a:r>
            <a:r>
              <a:rPr lang="en-US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c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указанием обязательного выхода из цикла внутри оператора.</a:t>
            </a:r>
          </a:p>
          <a:p>
            <a:endParaRPr lang="ru-RU" sz="12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do-while</a:t>
            </a:r>
            <a:endParaRPr lang="ru-RU" sz="12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r>
              <a:rPr lang="ru-RU" dirty="0"/>
              <a:t>цикл выполняется как минимум один раз, затем если логическое выражение – </a:t>
            </a:r>
            <a:r>
              <a:rPr lang="ru-RU" dirty="0" err="1"/>
              <a:t>true</a:t>
            </a:r>
            <a:r>
              <a:rPr lang="ru-RU" dirty="0"/>
              <a:t> – выполнение цикла повторяется, если </a:t>
            </a:r>
            <a:r>
              <a:rPr lang="ru-RU" dirty="0" err="1"/>
              <a:t>false</a:t>
            </a:r>
            <a:r>
              <a:rPr lang="ru-RU" dirty="0"/>
              <a:t> – то выполнение цикла прекращается.</a:t>
            </a:r>
          </a:p>
          <a:p>
            <a:endParaRPr lang="ru-RU" dirty="0"/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Оператор </a:t>
            </a:r>
            <a:r>
              <a:rPr lang="en-US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continue;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Вызывает безусловный переход к следующей итерации цикла.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6662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1 2 3 4 5 6 7 8 9 10</a:t>
            </a:r>
          </a:p>
          <a:p>
            <a:r>
              <a:rPr lang="ru-RU" dirty="0"/>
              <a:t>четные от 0 до 100</a:t>
            </a:r>
          </a:p>
          <a:p>
            <a:r>
              <a:rPr lang="ru-RU" dirty="0"/>
              <a:t>факториал 10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003A2D-F27E-469C-ADB1-04668A9E28C3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1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Массив – это совокупность переменных одного типа, хранящих свои значения в смежных ячейках оперативной памяти. Массивы в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  <a:ea typeface="DejaVu Sans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 относятся к ссылочным типам и описываются своеобразно, но характерно для ссылочных типов. Описание производится в три этапа.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этап – объявление. На этом этапе определяется только переменная типа ссылка на массив, содержащая тип массива. Для этого записывается имя типа элементов массива, квадратными скобками указывается, что объявляется ссылка на массив, а не простая переменная и перечисляются имена переменных ссылочного типа.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этап – определение. На этом этапе указывается количество элементов массива, называемое его длиной, выделяется место для массива в оперативной памяти, переменная-ссылка получает адрес массива. Все эти действия производятся операцией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тип, выделяющей участок в оперативной памяти для объекта, указанного в операции типа, и возвращающей в качестве результата адрес этого участка.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При этом все элементы массива получают нулевые значения.</a:t>
            </a:r>
            <a:endParaRPr lang="en-US" sz="1200" b="0" strike="noStrike" spc="-1" dirty="0">
              <a:solidFill>
                <a:srgbClr val="244061"/>
              </a:solidFill>
              <a:latin typeface="+mn-lt"/>
              <a:ea typeface="DejaVu Sans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Третий этап – инициализация. На этом этапе элементы массива получают начальные значения.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  <a:ea typeface="DejaVu Sans"/>
              </a:rPr>
              <a:t>Индексы массивов всегда начинаются с 0. Массив состоящий из пяти переменных не имеет элемента a[5], но имеет элемент a[0].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числовых типов (в том числе для типа char) значение по умолчанию число 0, для типа boolean это значение </a:t>
            </a:r>
            <a:r>
              <a:rPr lang="ru-RU" dirty="0"/>
              <a:t>false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для остальных объектов это значение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003A2D-F27E-469C-ADB1-04668A9E28C3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9521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Многомерные массивы в реальной работе </a:t>
            </a:r>
            <a:r>
              <a:rPr lang="ru-RU" dirty="0" err="1"/>
              <a:t>Java</a:t>
            </a:r>
            <a:r>
              <a:rPr lang="ru-RU" dirty="0"/>
              <a:t>-программиста</a:t>
            </a:r>
          </a:p>
          <a:p>
            <a:endParaRPr lang="ru-RU" dirty="0"/>
          </a:p>
          <a:p>
            <a:r>
              <a:rPr lang="ru-RU" dirty="0"/>
              <a:t>В реальности большинство </a:t>
            </a:r>
            <a:r>
              <a:rPr lang="ru-RU" dirty="0" err="1"/>
              <a:t>Java</a:t>
            </a:r>
            <a:r>
              <a:rPr lang="ru-RU" dirty="0"/>
              <a:t>-разработчиков сталкиваются с многомерными массивами не слишком часто. Тем не менее, есть ряд задач, для которых эта структура данных подходит очень даже неплохо.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Для тестов и задания матриц в качестве констант, чтобы проверить тот или иной алгоритм.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Иногда многомерные массивы используют для нейросетей.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Многомерные массивы подходят для работы архиваторов.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Работа с изображениями.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5820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1.</a:t>
            </a:r>
            <a:r>
              <a:rPr lang="en-US" dirty="0"/>
              <a:t> String[][][][][] array = new String[2]</a:t>
            </a:r>
            <a:endParaRPr lang="ru-RU" dirty="0"/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[] mas = new int[1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0000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int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-16;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for (int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mas.length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mas[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(int)(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Math.random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()*10000);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умолчанию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Math.random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генерирует случайные вещественные числа из промежутка [0;1), то есть от нуля включительно до 1 исключительно.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Math.random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* (b-a) ) + a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}</a:t>
            </a:r>
          </a:p>
          <a:p>
            <a:endParaRPr lang="ru-RU" dirty="0"/>
          </a:p>
          <a:p>
            <a:r>
              <a:rPr lang="en-US" dirty="0"/>
              <a:t>3.</a:t>
            </a:r>
            <a:endParaRPr lang="ru-RU" dirty="0"/>
          </a:p>
          <a:p>
            <a:endParaRPr lang="ru-RU" dirty="0"/>
          </a:p>
          <a:p>
            <a:r>
              <a:rPr lang="en-US" dirty="0"/>
              <a:t>int[] numbers = {167, -2, 16, 99, 26, 92, 43, -234, 35, 80};</a:t>
            </a:r>
            <a:endParaRPr lang="ru-RU" dirty="0"/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numbers.length</a:t>
            </a:r>
            <a:r>
              <a:rPr lang="en-US" dirty="0"/>
              <a:t> - 1; </a:t>
            </a:r>
            <a:r>
              <a:rPr lang="en-US" dirty="0" err="1"/>
              <a:t>i</a:t>
            </a:r>
            <a:r>
              <a:rPr lang="en-US" dirty="0"/>
              <a:t> &gt; 0; </a:t>
            </a:r>
            <a:r>
              <a:rPr lang="en-US" dirty="0" err="1"/>
              <a:t>i</a:t>
            </a:r>
            <a:r>
              <a:rPr lang="en-US" dirty="0"/>
              <a:t>--) {</a:t>
            </a:r>
          </a:p>
          <a:p>
            <a:r>
              <a:rPr lang="en-US" dirty="0"/>
              <a:t>           for (int j = 0; j &lt; </a:t>
            </a:r>
            <a:r>
              <a:rPr lang="en-US" dirty="0" err="1"/>
              <a:t>i</a:t>
            </a:r>
            <a:r>
              <a:rPr lang="en-US" dirty="0"/>
              <a:t>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           /*</a:t>
            </a:r>
            <a:r>
              <a:rPr lang="ru-RU" dirty="0"/>
              <a:t>Сравниваем элементы попарно,</a:t>
            </a:r>
          </a:p>
          <a:p>
            <a:r>
              <a:rPr lang="ru-RU" dirty="0"/>
              <a:t>             если они имеют неправильный порядок,</a:t>
            </a:r>
          </a:p>
          <a:p>
            <a:r>
              <a:rPr lang="ru-RU" dirty="0"/>
              <a:t>             то меняем местами*/</a:t>
            </a:r>
          </a:p>
          <a:p>
            <a:r>
              <a:rPr lang="ru-RU" dirty="0"/>
              <a:t>               </a:t>
            </a:r>
            <a:r>
              <a:rPr lang="en-US" dirty="0"/>
              <a:t>if (numbers[j] &gt; numbers[j + 1]) {</a:t>
            </a:r>
          </a:p>
          <a:p>
            <a:r>
              <a:rPr lang="en-US" dirty="0"/>
              <a:t>                   int </a:t>
            </a:r>
            <a:r>
              <a:rPr lang="en-US" dirty="0" err="1"/>
              <a:t>tmp</a:t>
            </a:r>
            <a:r>
              <a:rPr lang="en-US" dirty="0"/>
              <a:t> = numbers[j];</a:t>
            </a:r>
          </a:p>
          <a:p>
            <a:r>
              <a:rPr lang="en-US" dirty="0"/>
              <a:t>                   numbers[j] = numbers[j + 1];</a:t>
            </a:r>
          </a:p>
          <a:p>
            <a:r>
              <a:rPr lang="en-US" dirty="0"/>
              <a:t>                   numbers[j + 1] = </a:t>
            </a:r>
            <a:r>
              <a:rPr lang="en-US" dirty="0" err="1"/>
              <a:t>tmp</a:t>
            </a:r>
            <a:r>
              <a:rPr lang="en-US" dirty="0"/>
              <a:t>;</a:t>
            </a:r>
          </a:p>
          <a:p>
            <a:r>
              <a:rPr lang="en-US" dirty="0"/>
              <a:t>               }</a:t>
            </a:r>
          </a:p>
          <a:p>
            <a:r>
              <a:rPr lang="en-US" dirty="0"/>
              <a:t>           }</a:t>
            </a:r>
          </a:p>
          <a:p>
            <a:r>
              <a:rPr lang="en-US" dirty="0"/>
              <a:t>       }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979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7546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480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137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880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6075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9840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60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4243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3881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38" hasCustomPrompt="1"/>
          </p:nvPr>
        </p:nvSpPr>
        <p:spPr>
          <a:xfrm>
            <a:off x="738191" y="1292252"/>
            <a:ext cx="5075018" cy="46355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" hasCustomPrompt="1"/>
          </p:nvPr>
        </p:nvSpPr>
        <p:spPr>
          <a:xfrm>
            <a:off x="6396038" y="1292225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43" hasCustomPrompt="1"/>
          </p:nvPr>
        </p:nvSpPr>
        <p:spPr>
          <a:xfrm>
            <a:off x="6396038" y="1633538"/>
            <a:ext cx="5048250" cy="1298849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44" hasCustomPrompt="1"/>
          </p:nvPr>
        </p:nvSpPr>
        <p:spPr>
          <a:xfrm>
            <a:off x="6396038" y="2954839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Текст 5"/>
          <p:cNvSpPr>
            <a:spLocks noGrp="1"/>
          </p:cNvSpPr>
          <p:nvPr>
            <p:ph type="body" sz="quarter" idx="45" hasCustomPrompt="1"/>
          </p:nvPr>
        </p:nvSpPr>
        <p:spPr>
          <a:xfrm>
            <a:off x="6396038" y="3296152"/>
            <a:ext cx="5048250" cy="1298849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sz="quarter" idx="46" hasCustomPrompt="1"/>
          </p:nvPr>
        </p:nvSpPr>
        <p:spPr>
          <a:xfrm>
            <a:off x="6396036" y="4617763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47" hasCustomPrompt="1"/>
          </p:nvPr>
        </p:nvSpPr>
        <p:spPr>
          <a:xfrm>
            <a:off x="6396036" y="4959077"/>
            <a:ext cx="5048250" cy="97998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0474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lumn slide 5 (tex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/>
          </p:nvPr>
        </p:nvSpPr>
        <p:spPr>
          <a:xfrm>
            <a:off x="738191" y="1282700"/>
            <a:ext cx="10706097" cy="45085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1115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38" hasCustomPrompt="1"/>
          </p:nvPr>
        </p:nvSpPr>
        <p:spPr>
          <a:xfrm>
            <a:off x="6369270" y="1339850"/>
            <a:ext cx="5075018" cy="46355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8801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Introduction</a:t>
            </a:r>
            <a:endParaRPr lang="ru-RU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738188" y="1168400"/>
            <a:ext cx="10706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solidFill>
                  <a:srgbClr val="006CB7"/>
                </a:solidFill>
              </a:rPr>
              <a:t>Welcome to MERA Presentations template!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38188" y="1752600"/>
            <a:ext cx="10706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/>
              <a:t>To fulfill your needs of creating a wonderful corporate presentation please follow these steps:</a:t>
            </a:r>
          </a:p>
          <a:p>
            <a:endParaRPr lang="ru-RU" sz="1800" b="1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738188" y="2184400"/>
            <a:ext cx="10706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Use the tab “New slide” to create slides from already structured layouts (or choose “Empty slide” 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Insert your information in the blocks (size, font and color has been set for you)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Resize, reorganize and use blocks the way it fits your content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Enjoy the beauty of your masterpiece!</a:t>
            </a:r>
          </a:p>
          <a:p>
            <a:pPr marL="0" lvl="0" indent="0">
              <a:buFont typeface="+mj-lt"/>
              <a:buNone/>
            </a:pPr>
            <a:endParaRPr lang="en-US" dirty="0"/>
          </a:p>
          <a:p>
            <a:pPr marL="0" lvl="0" indent="0">
              <a:buFont typeface="+mj-lt"/>
              <a:buNone/>
            </a:pPr>
            <a:r>
              <a:rPr lang="en-US" dirty="0"/>
              <a:t>With any suggestions, remarks and complains feel free to contact PR Team.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5978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Name of the presentation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738188" y="2753574"/>
            <a:ext cx="10706100" cy="1098583"/>
          </a:xfrm>
        </p:spPr>
        <p:txBody>
          <a:bodyPr>
            <a:normAutofit/>
          </a:bodyPr>
          <a:lstStyle>
            <a:lvl1pPr marL="0" indent="0">
              <a:buNone/>
              <a:defRPr sz="6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1.</a:t>
            </a:r>
            <a:endParaRPr lang="ru-RU" dirty="0"/>
          </a:p>
        </p:txBody>
      </p:sp>
      <p:sp>
        <p:nvSpPr>
          <p:cNvPr id="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19241" y="2882386"/>
            <a:ext cx="9925045" cy="957693"/>
          </a:xfrm>
        </p:spPr>
        <p:txBody>
          <a:bodyPr anchor="t">
            <a:normAutofit/>
          </a:bodyPr>
          <a:lstStyle>
            <a:lvl1pPr algn="l">
              <a:defRPr sz="5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Title of the section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446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7107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2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5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88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1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8188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3443817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3443817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149446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149446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sz="quarter" idx="41" hasCustomPrompt="1"/>
          </p:nvPr>
        </p:nvSpPr>
        <p:spPr>
          <a:xfrm>
            <a:off x="8855074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2" name="Текст 5"/>
          <p:cNvSpPr>
            <a:spLocks noGrp="1"/>
          </p:cNvSpPr>
          <p:nvPr>
            <p:ph type="body" sz="quarter" idx="42" hasCustomPrompt="1"/>
          </p:nvPr>
        </p:nvSpPr>
        <p:spPr>
          <a:xfrm>
            <a:off x="8855074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02920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8856661" y="1339848"/>
            <a:ext cx="2587627" cy="463528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39849"/>
            <a:ext cx="7999409" cy="7254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7398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0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7398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3442893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3442893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148388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148388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90683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90" y="1576388"/>
            <a:ext cx="2587624" cy="20181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3444347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6150504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 hasCustomPrompt="1"/>
          </p:nvPr>
        </p:nvSpPr>
        <p:spPr>
          <a:xfrm>
            <a:off x="8856662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3442758" y="3846785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3442758" y="4407171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6148916" y="3846784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6148916" y="4407170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8855072" y="384678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4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8855072" y="4407169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41" hasCustomPrompt="1"/>
          </p:nvPr>
        </p:nvSpPr>
        <p:spPr>
          <a:xfrm>
            <a:off x="738189" y="3846783"/>
            <a:ext cx="2587623" cy="193965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309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3444347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3444875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3444347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3444082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3444081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6150109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6150637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6150109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6149844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6149843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856661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857189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85666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85639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85639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49269"/>
            <a:ext cx="2586037" cy="37258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3490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3444347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3444875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3444347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3444082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3444081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6150109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6150637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6150109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6149844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6149843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856661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857189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85666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85639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85639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Объект 19"/>
          <p:cNvSpPr>
            <a:spLocks noGrp="1"/>
          </p:cNvSpPr>
          <p:nvPr>
            <p:ph sz="quarter" idx="14" hasCustomPrompt="1"/>
          </p:nvPr>
        </p:nvSpPr>
        <p:spPr>
          <a:xfrm>
            <a:off x="738189" y="1214002"/>
            <a:ext cx="10706099" cy="449262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r>
              <a:rPr lang="en-US" sz="2000" dirty="0">
                <a:solidFill>
                  <a:srgbClr val="006CB7"/>
                </a:solidFill>
              </a:rPr>
              <a:t>Long subtitle or descriptive text on one or two lines</a:t>
            </a:r>
          </a:p>
        </p:txBody>
      </p:sp>
      <p:sp>
        <p:nvSpPr>
          <p:cNvPr id="44" name="Текст 3"/>
          <p:cNvSpPr>
            <a:spLocks noGrp="1"/>
          </p:cNvSpPr>
          <p:nvPr>
            <p:ph type="body" sz="quarter" idx="32" hasCustomPrompt="1"/>
          </p:nvPr>
        </p:nvSpPr>
        <p:spPr>
          <a:xfrm>
            <a:off x="737001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5" name="Диаграмма 6"/>
          <p:cNvSpPr>
            <a:spLocks noGrp="1"/>
          </p:cNvSpPr>
          <p:nvPr>
            <p:ph type="chart" sz="quarter" idx="33" hasCustomPrompt="1"/>
          </p:nvPr>
        </p:nvSpPr>
        <p:spPr>
          <a:xfrm>
            <a:off x="737529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46" name="Объект 8"/>
          <p:cNvSpPr>
            <a:spLocks noGrp="1"/>
          </p:cNvSpPr>
          <p:nvPr>
            <p:ph sz="quarter" idx="34" hasCustomPrompt="1"/>
          </p:nvPr>
        </p:nvSpPr>
        <p:spPr>
          <a:xfrm>
            <a:off x="73700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7" name="Объект 8"/>
          <p:cNvSpPr>
            <a:spLocks noGrp="1"/>
          </p:cNvSpPr>
          <p:nvPr>
            <p:ph sz="quarter" idx="35" hasCustomPrompt="1"/>
          </p:nvPr>
        </p:nvSpPr>
        <p:spPr>
          <a:xfrm>
            <a:off x="73673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8" name="Объект 8"/>
          <p:cNvSpPr>
            <a:spLocks noGrp="1"/>
          </p:cNvSpPr>
          <p:nvPr>
            <p:ph sz="quarter" idx="36" hasCustomPrompt="1"/>
          </p:nvPr>
        </p:nvSpPr>
        <p:spPr>
          <a:xfrm>
            <a:off x="73673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9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2937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7398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9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7398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8084310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8084310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4410854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4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4410854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1447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738189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4411645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8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8085101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88" y="2474584"/>
            <a:ext cx="3359150" cy="2286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4411645" y="2474584"/>
            <a:ext cx="3359150" cy="228600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8085136" y="2474584"/>
            <a:ext cx="3359150" cy="228600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3" hasCustomPrompt="1"/>
          </p:nvPr>
        </p:nvSpPr>
        <p:spPr>
          <a:xfrm>
            <a:off x="738188" y="1339849"/>
            <a:ext cx="10706100" cy="77272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4963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88" y="3452647"/>
            <a:ext cx="3359150" cy="256118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4411645" y="3925613"/>
            <a:ext cx="3359150" cy="2088221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8085136" y="4382814"/>
            <a:ext cx="3359150" cy="163102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3" hasCustomPrompt="1"/>
          </p:nvPr>
        </p:nvSpPr>
        <p:spPr>
          <a:xfrm>
            <a:off x="738188" y="1339849"/>
            <a:ext cx="10706100" cy="77272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737328" y="2317530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4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737328" y="2877916"/>
            <a:ext cx="3359976" cy="57473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4410819" y="2317530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6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4410819" y="2877916"/>
            <a:ext cx="3359976" cy="10476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sz="quarter" idx="41" hasCustomPrompt="1"/>
          </p:nvPr>
        </p:nvSpPr>
        <p:spPr>
          <a:xfrm>
            <a:off x="8084310" y="2317529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8" name="Текст 5"/>
          <p:cNvSpPr>
            <a:spLocks noGrp="1"/>
          </p:cNvSpPr>
          <p:nvPr>
            <p:ph type="body" sz="quarter" idx="42" hasCustomPrompt="1"/>
          </p:nvPr>
        </p:nvSpPr>
        <p:spPr>
          <a:xfrm>
            <a:off x="8084310" y="2877915"/>
            <a:ext cx="3359976" cy="150489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</p:spTree>
    <p:extLst>
      <p:ext uri="{BB962C8B-B14F-4D97-AF65-F5344CB8AC3E}">
        <p14:creationId xmlns:p14="http://schemas.microsoft.com/office/powerpoint/2010/main" val="730677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737572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738189" y="2501024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737838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737573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737572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7870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4578488" y="2501025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4577959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4577694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4577693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418169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418787" y="2501025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418079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417814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417813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Объект 19"/>
          <p:cNvSpPr>
            <a:spLocks noGrp="1"/>
          </p:cNvSpPr>
          <p:nvPr>
            <p:ph sz="quarter" idx="14" hasCustomPrompt="1"/>
          </p:nvPr>
        </p:nvSpPr>
        <p:spPr>
          <a:xfrm>
            <a:off x="738189" y="1214002"/>
            <a:ext cx="10706099" cy="449262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r>
              <a:rPr lang="en-US" sz="2000" dirty="0">
                <a:solidFill>
                  <a:srgbClr val="006CB7"/>
                </a:solidFill>
              </a:rPr>
              <a:t>Long subtitle or descriptive text on one or two lines</a:t>
            </a:r>
          </a:p>
        </p:txBody>
      </p:sp>
      <p:sp>
        <p:nvSpPr>
          <p:cNvPr id="49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6769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0" y="2175641"/>
            <a:ext cx="504348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8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738190" y="2736027"/>
            <a:ext cx="504348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400800" y="2175641"/>
            <a:ext cx="504348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1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400800" y="2736027"/>
            <a:ext cx="504348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</p:spTree>
    <p:extLst>
      <p:ext uri="{BB962C8B-B14F-4D97-AF65-F5344CB8AC3E}">
        <p14:creationId xmlns:p14="http://schemas.microsoft.com/office/powerpoint/2010/main" val="3307552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6" hasCustomPrompt="1"/>
          </p:nvPr>
        </p:nvSpPr>
        <p:spPr>
          <a:xfrm>
            <a:off x="6396039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11" name="Текст 24"/>
          <p:cNvSpPr>
            <a:spLocks noGrp="1"/>
          </p:cNvSpPr>
          <p:nvPr>
            <p:ph type="body" sz="quarter" idx="37" hasCustomPrompt="1"/>
          </p:nvPr>
        </p:nvSpPr>
        <p:spPr>
          <a:xfrm>
            <a:off x="6396038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86581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10706096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3421116"/>
            <a:ext cx="5048247" cy="2554233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ru-RU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36" hasCustomPrompt="1"/>
          </p:nvPr>
        </p:nvSpPr>
        <p:spPr>
          <a:xfrm>
            <a:off x="6396039" y="3421116"/>
            <a:ext cx="5048247" cy="2554232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ru-RU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7" hasCustomPrompt="1"/>
          </p:nvPr>
        </p:nvSpPr>
        <p:spPr>
          <a:xfrm>
            <a:off x="738188" y="2617789"/>
            <a:ext cx="5048250" cy="582612"/>
          </a:xfrm>
        </p:spPr>
        <p:txBody>
          <a:bodyPr>
            <a:normAutofit/>
          </a:bodyPr>
          <a:lstStyle>
            <a:lvl1pPr marL="0" indent="0">
              <a:buNone/>
              <a:defRPr sz="1800" b="1" baseline="0"/>
            </a:lvl1pPr>
          </a:lstStyle>
          <a:p>
            <a:pPr lvl="0"/>
            <a:r>
              <a:rPr lang="en-US" dirty="0"/>
              <a:t>Subtitle (can be longer and longer and longer and longer and longer and longer)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99100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0" y="2144713"/>
            <a:ext cx="10706096" cy="47236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lvl1pPr>
          </a:lstStyle>
          <a:p>
            <a:r>
              <a:rPr lang="en-US" b="1" dirty="0"/>
              <a:t>Block title</a:t>
            </a:r>
            <a:endParaRPr lang="ru-RU" b="1" baseline="0" dirty="0"/>
          </a:p>
          <a:p>
            <a:endParaRPr lang="ru-RU" b="1" baseline="0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0" y="2806700"/>
            <a:ext cx="10706098" cy="31051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65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1182415" y="2144713"/>
            <a:ext cx="9747524" cy="3846512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aseline="0"/>
            </a:lvl2pPr>
          </a:lstStyle>
          <a:p>
            <a:pPr lvl="0"/>
            <a:r>
              <a:rPr lang="en-US" dirty="0"/>
              <a:t>Text</a:t>
            </a:r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1182686" y="2538636"/>
            <a:ext cx="9747250" cy="6826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</a:lstStyle>
          <a:p>
            <a:pPr lvl="1"/>
            <a:r>
              <a:rPr lang="en-US" dirty="0"/>
              <a:t>Second level text</a:t>
            </a:r>
          </a:p>
        </p:txBody>
      </p:sp>
    </p:spTree>
    <p:extLst>
      <p:ext uri="{BB962C8B-B14F-4D97-AF65-F5344CB8AC3E}">
        <p14:creationId xmlns:p14="http://schemas.microsoft.com/office/powerpoint/2010/main" val="31161349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1308100" y="2144713"/>
            <a:ext cx="9621838" cy="38941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2983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88" y="4274234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1308098" y="1429490"/>
            <a:ext cx="9621838" cy="248035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36" hasCustomPrompt="1"/>
          </p:nvPr>
        </p:nvSpPr>
        <p:spPr>
          <a:xfrm>
            <a:off x="738188" y="4982349"/>
            <a:ext cx="10706098" cy="85089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</p:txBody>
      </p:sp>
    </p:spTree>
    <p:extLst>
      <p:ext uri="{BB962C8B-B14F-4D97-AF65-F5344CB8AC3E}">
        <p14:creationId xmlns:p14="http://schemas.microsoft.com/office/powerpoint/2010/main" val="26795315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6 (tab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4" name="Таблица 3"/>
          <p:cNvSpPr>
            <a:spLocks noGrp="1"/>
          </p:cNvSpPr>
          <p:nvPr>
            <p:ph type="tbl" sz="quarter" idx="34" hasCustomPrompt="1"/>
          </p:nvPr>
        </p:nvSpPr>
        <p:spPr>
          <a:xfrm>
            <a:off x="738188" y="1292225"/>
            <a:ext cx="10706100" cy="451008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Table insert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006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_imag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3606800" y="1355725"/>
            <a:ext cx="7837488" cy="46196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63775"/>
            <a:ext cx="2587622" cy="37115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05621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_diagram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4" name="Диаграмма 3"/>
          <p:cNvSpPr>
            <a:spLocks noGrp="1"/>
          </p:cNvSpPr>
          <p:nvPr>
            <p:ph type="chart" sz="quarter" idx="35" hasCustomPrompt="1"/>
          </p:nvPr>
        </p:nvSpPr>
        <p:spPr>
          <a:xfrm>
            <a:off x="3606800" y="1355725"/>
            <a:ext cx="7837488" cy="461940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Diagram</a:t>
            </a:r>
            <a:endParaRPr lang="ru-RU" dirty="0"/>
          </a:p>
        </p:txBody>
      </p:sp>
      <p:sp>
        <p:nvSpPr>
          <p:cNvPr id="7" name="Текст 3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63775"/>
            <a:ext cx="2587622" cy="37115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13706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Contacts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8" name="Овал 7"/>
          <p:cNvSpPr/>
          <p:nvPr userDrawn="1"/>
        </p:nvSpPr>
        <p:spPr>
          <a:xfrm>
            <a:off x="2837794" y="1813034"/>
            <a:ext cx="2443655" cy="24436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Your photo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1952625" y="6343649"/>
            <a:ext cx="0" cy="1000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100263" y="6273231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21" name="Текст 20"/>
          <p:cNvSpPr>
            <a:spLocks noGrp="1"/>
          </p:cNvSpPr>
          <p:nvPr>
            <p:ph type="body" sz="quarter" idx="12" hasCustomPrompt="1"/>
          </p:nvPr>
        </p:nvSpPr>
        <p:spPr>
          <a:xfrm>
            <a:off x="5675585" y="1813034"/>
            <a:ext cx="5768700" cy="425778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3" name="Текст 22"/>
          <p:cNvSpPr>
            <a:spLocks noGrp="1"/>
          </p:cNvSpPr>
          <p:nvPr>
            <p:ph type="body" sz="quarter" idx="13" hasCustomPrompt="1"/>
          </p:nvPr>
        </p:nvSpPr>
        <p:spPr>
          <a:xfrm>
            <a:off x="5675585" y="2270125"/>
            <a:ext cx="5768701" cy="45741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4" name="Текст 22"/>
          <p:cNvSpPr>
            <a:spLocks noGrp="1"/>
          </p:cNvSpPr>
          <p:nvPr>
            <p:ph type="body" sz="quarter" idx="14" hasCustomPrompt="1"/>
          </p:nvPr>
        </p:nvSpPr>
        <p:spPr>
          <a:xfrm>
            <a:off x="5675583" y="2727542"/>
            <a:ext cx="5768701" cy="197058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Working place, address, telephone, email and any other contact information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9591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 slide (many contacts)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Contacts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1952625" y="6343649"/>
            <a:ext cx="0" cy="1000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100263" y="6273231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21" name="Текст 20"/>
          <p:cNvSpPr>
            <a:spLocks noGrp="1"/>
          </p:cNvSpPr>
          <p:nvPr>
            <p:ph type="body" sz="quarter" idx="12" hasCustomPrompt="1"/>
          </p:nvPr>
        </p:nvSpPr>
        <p:spPr>
          <a:xfrm>
            <a:off x="5675585" y="1813034"/>
            <a:ext cx="5768700" cy="425778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3" name="Текст 22"/>
          <p:cNvSpPr>
            <a:spLocks noGrp="1"/>
          </p:cNvSpPr>
          <p:nvPr>
            <p:ph type="body" sz="quarter" idx="13" hasCustomPrompt="1"/>
          </p:nvPr>
        </p:nvSpPr>
        <p:spPr>
          <a:xfrm>
            <a:off x="5675585" y="2270125"/>
            <a:ext cx="5768701" cy="45741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4" name="Текст 22"/>
          <p:cNvSpPr>
            <a:spLocks noGrp="1"/>
          </p:cNvSpPr>
          <p:nvPr>
            <p:ph type="body" sz="quarter" idx="14" hasCustomPrompt="1"/>
          </p:nvPr>
        </p:nvSpPr>
        <p:spPr>
          <a:xfrm>
            <a:off x="5675583" y="2727542"/>
            <a:ext cx="5768701" cy="197058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Working place, address, telephone, email and any other contact information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360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667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904989"/>
            <a:ext cx="10972800" cy="422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59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5" r:id="rId10"/>
    <p:sldLayoutId id="2147483716" r:id="rId11"/>
    <p:sldLayoutId id="2147483717" r:id="rId12"/>
    <p:sldLayoutId id="2147483701" r:id="rId13"/>
    <p:sldLayoutId id="2147483662" r:id="rId14"/>
    <p:sldLayoutId id="2147483663" r:id="rId15"/>
    <p:sldLayoutId id="2147483664" r:id="rId16"/>
    <p:sldLayoutId id="2147483674" r:id="rId17"/>
    <p:sldLayoutId id="2147483675" r:id="rId18"/>
    <p:sldLayoutId id="2147483676" r:id="rId19"/>
    <p:sldLayoutId id="2147483677" r:id="rId20"/>
    <p:sldLayoutId id="2147483665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9" r:id="rId33"/>
    <p:sldLayoutId id="2147483700" r:id="rId34"/>
    <p:sldLayoutId id="2147483697" r:id="rId35"/>
    <p:sldLayoutId id="2147483702" r:id="rId36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jetbrains.com/idea/download" TargetMode="External"/><Relationship Id="rId4" Type="http://schemas.openxmlformats.org/officeDocument/2006/relationships/hyperlink" Target="http://www.oracle.com/technetwork/java/javase/downloads/index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2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651A00-8F5A-4688-B196-7473A3E6A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1C2A2C1-6776-4005-BE4D-ECEC9BD07A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Основные понятия, конструкции, синтаксис</a:t>
            </a:r>
          </a:p>
        </p:txBody>
      </p:sp>
    </p:spTree>
    <p:extLst>
      <p:ext uri="{BB962C8B-B14F-4D97-AF65-F5344CB8AC3E}">
        <p14:creationId xmlns:p14="http://schemas.microsoft.com/office/powerpoint/2010/main" val="229502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B995F-71D2-4EED-B73D-EF204030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есть </a:t>
            </a:r>
            <a:r>
              <a:rPr lang="en-US" dirty="0"/>
              <a:t>Java? </a:t>
            </a:r>
            <a:endParaRPr lang="ru-RU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294967295"/>
          </p:nvPr>
        </p:nvSpPr>
        <p:spPr>
          <a:xfrm>
            <a:off x="2646218" y="1756984"/>
            <a:ext cx="9171709" cy="436245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Язык программирование</a:t>
            </a:r>
          </a:p>
          <a:p>
            <a:r>
              <a:rPr lang="ru-RU" dirty="0"/>
              <a:t>Дата официального выпуска — 23 мая 1995 года</a:t>
            </a:r>
            <a:r>
              <a:rPr lang="en-US" dirty="0"/>
              <a:t> </a:t>
            </a:r>
            <a:r>
              <a:rPr lang="ru-RU" dirty="0"/>
              <a:t>компанией </a:t>
            </a:r>
            <a:r>
              <a:rPr lang="en-US" dirty="0"/>
              <a:t>Sun Microsystems</a:t>
            </a:r>
            <a:endParaRPr lang="ru-RU" dirty="0"/>
          </a:p>
          <a:p>
            <a:r>
              <a:rPr lang="ru-RU" dirty="0"/>
              <a:t>Изначально разрабатывался Джеймсом </a:t>
            </a:r>
            <a:r>
              <a:rPr lang="ru-RU" dirty="0" err="1"/>
              <a:t>Гослингом</a:t>
            </a:r>
            <a:r>
              <a:rPr lang="ru-RU" dirty="0"/>
              <a:t> и Патриком </a:t>
            </a:r>
            <a:r>
              <a:rPr lang="ru-RU" dirty="0" err="1"/>
              <a:t>Ноттоном</a:t>
            </a:r>
            <a:r>
              <a:rPr lang="en-US" dirty="0"/>
              <a:t> </a:t>
            </a:r>
            <a:r>
              <a:rPr lang="ru-RU" dirty="0"/>
              <a:t>для программирования бытовых электронных устройств</a:t>
            </a:r>
            <a:endParaRPr lang="en-US" dirty="0"/>
          </a:p>
          <a:p>
            <a:r>
              <a:rPr lang="ru-RU" dirty="0"/>
              <a:t>Текущая версия </a:t>
            </a:r>
            <a:r>
              <a:rPr lang="en-US" dirty="0"/>
              <a:t>Java </a:t>
            </a:r>
            <a:r>
              <a:rPr lang="ru-RU" dirty="0"/>
              <a:t>24, которая вышла в марте 2025</a:t>
            </a:r>
            <a:endParaRPr lang="en-US" dirty="0"/>
          </a:p>
          <a:p>
            <a:r>
              <a:rPr lang="ru-RU" dirty="0"/>
              <a:t>В 2009 году, компания </a:t>
            </a:r>
            <a:r>
              <a:rPr lang="ru-RU" dirty="0" err="1"/>
              <a:t>Oracle</a:t>
            </a:r>
            <a:r>
              <a:rPr lang="ru-RU" dirty="0"/>
              <a:t> купила компанию </a:t>
            </a:r>
            <a:r>
              <a:rPr lang="ru-RU" dirty="0" err="1"/>
              <a:t>Sun</a:t>
            </a:r>
            <a:r>
              <a:rPr lang="ru-RU" dirty="0"/>
              <a:t>, сейчас язык принадлежит </a:t>
            </a:r>
            <a:r>
              <a:rPr lang="ru-RU" dirty="0" err="1"/>
              <a:t>Oracle</a:t>
            </a:r>
            <a:endParaRPr lang="ru-RU" dirty="0"/>
          </a:p>
          <a:p>
            <a:r>
              <a:rPr lang="ru-RU" dirty="0"/>
              <a:t>Назван в честь марки кофе Java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36" name="Picture 1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779" y="4709599"/>
            <a:ext cx="1486148" cy="20285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ÐÐ°ÑÑÐ¸Ð½ÐºÐ¸ Ð¿Ð¾ Ð·Ð°Ð¿ÑÐ¾ÑÑ gif java duk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92" y="1292224"/>
            <a:ext cx="1508052" cy="271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1413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C09562-2134-4527-A9A0-57F80692A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Причины появления </a:t>
            </a:r>
            <a:r>
              <a:rPr lang="en-US" dirty="0"/>
              <a:t>Java</a:t>
            </a:r>
            <a:endParaRPr lang="ru-RU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61712351"/>
              </p:ext>
            </p:extLst>
          </p:nvPr>
        </p:nvGraphicFramePr>
        <p:xfrm>
          <a:off x="747865" y="1809739"/>
          <a:ext cx="10453535" cy="4381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060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0B0B1C-97B5-447E-8CC6-E96E4505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Особенности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609600" y="1904989"/>
            <a:ext cx="6291263" cy="4221175"/>
          </a:xfrm>
        </p:spPr>
        <p:txBody>
          <a:bodyPr>
            <a:normAutofit fontScale="62500" lnSpcReduction="20000"/>
          </a:bodyPr>
          <a:lstStyle/>
          <a:p>
            <a:pPr marL="285750" indent="-285750"/>
            <a:r>
              <a:rPr lang="ru-RU" sz="4400" dirty="0"/>
              <a:t>Код транслируется в байт-код, независимый от платформы</a:t>
            </a:r>
          </a:p>
          <a:p>
            <a:pPr marL="285750" indent="-285750"/>
            <a:r>
              <a:rPr lang="ru-RU" sz="4400" dirty="0"/>
              <a:t>Затем код выполняется виртуальной машиной </a:t>
            </a:r>
            <a:r>
              <a:rPr lang="en-US" sz="4400" dirty="0"/>
              <a:t>JVM (Java Virtual Machine)</a:t>
            </a:r>
            <a:endParaRPr lang="ru-RU" sz="4400" dirty="0"/>
          </a:p>
          <a:p>
            <a:pPr marL="285750" indent="-285750"/>
            <a:r>
              <a:rPr lang="ru-RU" sz="4400" dirty="0"/>
              <a:t>Кроссплатформенность</a:t>
            </a:r>
          </a:p>
          <a:p>
            <a:pPr marL="285750" indent="-285750"/>
            <a:r>
              <a:rPr lang="ru-RU" sz="4400" dirty="0"/>
              <a:t>Аппаратная переносимость программ</a:t>
            </a:r>
          </a:p>
          <a:p>
            <a:pPr marL="285750" indent="-285750"/>
            <a:r>
              <a:rPr lang="ru-RU" sz="4400" dirty="0"/>
              <a:t>Автоматическая сборка мусора</a:t>
            </a:r>
          </a:p>
          <a:p>
            <a:pPr marL="285750" indent="-285750"/>
            <a:r>
              <a:rPr lang="en-US" sz="4400" dirty="0"/>
              <a:t>Java </a:t>
            </a:r>
            <a:r>
              <a:rPr lang="ru-RU" sz="4400" dirty="0"/>
              <a:t>является объектно-ориентированным языком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2" b="4332"/>
          <a:stretch>
            <a:fillRect/>
          </a:stretch>
        </p:blipFill>
        <p:spPr>
          <a:xfrm>
            <a:off x="7072313" y="1789354"/>
            <a:ext cx="4748212" cy="4336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173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DCCC72-09CF-41F9-957F-C6977E2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Установка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609600" y="1904990"/>
            <a:ext cx="10972800" cy="1524010"/>
          </a:xfrm>
        </p:spPr>
        <p:txBody>
          <a:bodyPr>
            <a:normAutofit fontScale="47500" lnSpcReduction="20000"/>
          </a:bodyPr>
          <a:lstStyle/>
          <a:p>
            <a:pPr marL="285750" indent="-285750"/>
            <a:r>
              <a:rPr lang="ru-RU" sz="4200" dirty="0"/>
              <a:t>JRE (</a:t>
            </a:r>
            <a:r>
              <a:rPr lang="ru-RU" sz="4200" dirty="0" err="1"/>
              <a:t>Java</a:t>
            </a:r>
            <a:r>
              <a:rPr lang="ru-RU" sz="4200" dirty="0"/>
              <a:t> </a:t>
            </a:r>
            <a:r>
              <a:rPr lang="ru-RU" sz="4200" dirty="0" err="1"/>
              <a:t>Runtime</a:t>
            </a:r>
            <a:r>
              <a:rPr lang="ru-RU" sz="4200" dirty="0"/>
              <a:t> </a:t>
            </a:r>
            <a:r>
              <a:rPr lang="ru-RU" sz="4200" dirty="0" err="1"/>
              <a:t>Environment</a:t>
            </a:r>
            <a:r>
              <a:rPr lang="en-US" sz="4200" dirty="0"/>
              <a:t>) </a:t>
            </a:r>
            <a:r>
              <a:rPr lang="ru-RU" sz="4200" dirty="0"/>
              <a:t>представляет минимальную реализацию виртуальной машины, а также библиотеку классов.</a:t>
            </a:r>
            <a:r>
              <a:rPr lang="en-US" sz="4200" dirty="0"/>
              <a:t> </a:t>
            </a:r>
            <a:r>
              <a:rPr lang="ru-RU" sz="4200" dirty="0"/>
              <a:t>Достаточно для запуска готовых программ. Для каждой конкретной платформы имеется своя версия JRE.</a:t>
            </a:r>
          </a:p>
          <a:p>
            <a:pPr marL="285750" indent="-285750"/>
            <a:r>
              <a:rPr lang="ru-RU" sz="4200" dirty="0"/>
              <a:t>JDK (</a:t>
            </a:r>
            <a:r>
              <a:rPr lang="ru-RU" sz="4200" dirty="0" err="1"/>
              <a:t>Java</a:t>
            </a:r>
            <a:r>
              <a:rPr lang="ru-RU" sz="4200" dirty="0"/>
              <a:t> </a:t>
            </a:r>
            <a:r>
              <a:rPr lang="ru-RU" sz="4200" dirty="0" err="1"/>
              <a:t>Development</a:t>
            </a:r>
            <a:r>
              <a:rPr lang="ru-RU" sz="4200" dirty="0"/>
              <a:t> </a:t>
            </a:r>
            <a:r>
              <a:rPr lang="ru-RU" sz="4200" dirty="0" err="1"/>
              <a:t>Kit</a:t>
            </a:r>
            <a:r>
              <a:rPr lang="ru-RU" sz="4200" dirty="0"/>
              <a:t>) содержит JRE, а также включает ряд дополнительных программ и утилит, в частности компилятор </a:t>
            </a:r>
            <a:r>
              <a:rPr lang="ru-RU" sz="4200" dirty="0" err="1"/>
              <a:t>Java</a:t>
            </a:r>
            <a:r>
              <a:rPr lang="ru-RU" sz="4200" dirty="0"/>
              <a:t>. Необходим для разработки программ.</a:t>
            </a:r>
          </a:p>
          <a:p>
            <a:endParaRPr lang="ru-RU" dirty="0"/>
          </a:p>
        </p:txBody>
      </p:sp>
      <p:pic>
        <p:nvPicPr>
          <p:cNvPr id="2052" name="Picture 4" descr="ÐÐ°ÑÑÐ¸Ð½ÐºÐ¸ Ð¿Ð¾ Ð·Ð°Ð¿ÑÐ¾ÑÑ java inst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994" y="3429000"/>
            <a:ext cx="3820077" cy="291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3323402"/>
            <a:ext cx="594001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Загрузить и установить соответствующую версию JDK можно с официального сайта Oracle: </a:t>
            </a:r>
            <a:r>
              <a:rPr lang="ru-RU" sz="2000" u="sng" dirty="0">
                <a:hlinkClick r:id="rId4"/>
              </a:rPr>
              <a:t>http://www.oracle.com/technetwork/java/javase/downloads/index.html</a:t>
            </a:r>
            <a:endParaRPr lang="en-US" sz="20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ru-RU" dirty="0"/>
              <a:t>амая популярная среда разработки для Java является </a:t>
            </a:r>
            <a:r>
              <a:rPr lang="ru-RU" b="1" dirty="0"/>
              <a:t>IntelliJ </a:t>
            </a:r>
            <a:r>
              <a:rPr lang="en-US" b="1" dirty="0"/>
              <a:t>I</a:t>
            </a:r>
            <a:r>
              <a:rPr lang="ru-RU" b="1" dirty="0"/>
              <a:t>DEA</a:t>
            </a:r>
            <a:r>
              <a:rPr lang="ru-RU" dirty="0"/>
              <a:t>  </a:t>
            </a:r>
            <a:r>
              <a:rPr lang="en-US" u="sng" dirty="0">
                <a:hlinkClick r:id="rId5"/>
              </a:rPr>
              <a:t>https://www.jetbrains.com/idea/download</a:t>
            </a:r>
            <a:endParaRPr lang="ru-RU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72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018668-70EC-434A-AC86-09B4EF4B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Сборщик мусора</a:t>
            </a:r>
          </a:p>
        </p:txBody>
      </p:sp>
      <p:sp>
        <p:nvSpPr>
          <p:cNvPr id="2" name="Текст 1"/>
          <p:cNvSpPr>
            <a:spLocks noGrp="1"/>
          </p:cNvSpPr>
          <p:nvPr>
            <p:ph idx="1"/>
          </p:nvPr>
        </p:nvSpPr>
        <p:spPr>
          <a:xfrm>
            <a:off x="498394" y="1809739"/>
            <a:ext cx="7059693" cy="4795849"/>
          </a:xfrm>
        </p:spPr>
        <p:txBody>
          <a:bodyPr>
            <a:normAutofit fontScale="47500" lnSpcReduction="20000"/>
          </a:bodyPr>
          <a:lstStyle/>
          <a:p>
            <a:r>
              <a:rPr lang="ru-RU" sz="5900" dirty="0" err="1"/>
              <a:t>Java</a:t>
            </a:r>
            <a:r>
              <a:rPr lang="ru-RU" sz="5900" dirty="0"/>
              <a:t>-программисту не нужно следить за распределением памяти, так как сборщик мусора управляет памятью автоматически. </a:t>
            </a:r>
          </a:p>
          <a:p>
            <a:r>
              <a:rPr lang="ru-RU" sz="5900" dirty="0"/>
              <a:t>Сборщик мусора запускается виртуальной машиной </a:t>
            </a:r>
            <a:r>
              <a:rPr lang="ru-RU" sz="5900" dirty="0" err="1"/>
              <a:t>Java</a:t>
            </a:r>
            <a:r>
              <a:rPr lang="ru-RU" sz="5900" dirty="0"/>
              <a:t> (JVM). </a:t>
            </a:r>
          </a:p>
          <a:p>
            <a:r>
              <a:rPr lang="ru-RU" sz="5900" dirty="0"/>
              <a:t>Сборщик мусора — это низкоприоритетный процесс, который запускается периодически и освобождает память, использованную объектами, которые больше не нужны. </a:t>
            </a:r>
            <a:br>
              <a:rPr lang="ru-RU" dirty="0"/>
            </a:br>
            <a:endParaRPr lang="ru-RU" dirty="0"/>
          </a:p>
        </p:txBody>
      </p:sp>
      <p:pic>
        <p:nvPicPr>
          <p:cNvPr id="6" name="Picture 2" descr="Работник по вывозу мусора в защитной одежде работает на погрузке  мусоросборника коммунальной компании | Премиум векторы">
            <a:extLst>
              <a:ext uri="{FF2B5EF4-FFF2-40B4-BE49-F238E27FC236}">
                <a16:creationId xmlns:a16="http://schemas.microsoft.com/office/drawing/2014/main" id="{16C6718D-26B2-4F54-9D8E-6ADB0ED97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809739"/>
            <a:ext cx="4152900" cy="41529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87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2B2A47-48B3-4F7E-B910-EFF2A2FB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ООП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Объектно-ориентированное программирование (ООП) — часть превращения компьютера в средство самовыражения.</a:t>
            </a:r>
          </a:p>
          <a:p>
            <a:r>
              <a:rPr lang="ru-RU" dirty="0"/>
              <a:t>ООП позволяет описать задачу в контексте самой задачи, а не в контексте компьютера, на котором будет исполнено решение. </a:t>
            </a:r>
          </a:p>
          <a:p>
            <a:r>
              <a:rPr lang="ru-RU" dirty="0"/>
              <a:t>Элементы пространства задачи и их представления в пространстве решения называются «объектами».</a:t>
            </a:r>
          </a:p>
        </p:txBody>
      </p:sp>
    </p:spTree>
    <p:extLst>
      <p:ext uri="{BB962C8B-B14F-4D97-AF65-F5344CB8AC3E}">
        <p14:creationId xmlns:p14="http://schemas.microsoft.com/office/powerpoint/2010/main" val="85907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C348AA-085A-4A81-B277-059D2DA42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DD4240-1D46-4FE2-90AE-F67165E3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7405688" cy="4953011"/>
          </a:xfrm>
        </p:spPr>
        <p:txBody>
          <a:bodyPr>
            <a:normAutofit/>
          </a:bodyPr>
          <a:lstStyle/>
          <a:p>
            <a:r>
              <a:rPr lang="ru-RU" sz="2800" dirty="0"/>
              <a:t>Имеет состояние (внутренние данные) </a:t>
            </a:r>
          </a:p>
          <a:p>
            <a:r>
              <a:rPr lang="ru-RU" sz="2800" dirty="0"/>
              <a:t>Методы, которые он позволяет проводить </a:t>
            </a:r>
          </a:p>
          <a:p>
            <a:r>
              <a:rPr lang="ru-RU" sz="2800" dirty="0"/>
              <a:t>Каждый объект можно уникальным образом отличить от любого другого объекта (обладает уникальным адресом в памяти)</a:t>
            </a:r>
          </a:p>
          <a:p>
            <a:r>
              <a:rPr lang="ru-RU" sz="2800" dirty="0"/>
              <a:t>Каждый объект принадлежит к определенному классу, который определяет его характеристики и поведение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8368D-85F0-4F90-9D79-97CCBAAA6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01" t="6357" r="4999" b="3453"/>
          <a:stretch/>
        </p:blipFill>
        <p:spPr>
          <a:xfrm>
            <a:off x="8015288" y="2378869"/>
            <a:ext cx="4164794" cy="210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69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3EB7-B213-4538-B30C-E6A22028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Структура программы </a:t>
            </a:r>
            <a:r>
              <a:rPr lang="en-US" dirty="0" err="1"/>
              <a:t>Jav</a:t>
            </a:r>
            <a:r>
              <a:rPr lang="ru-RU" dirty="0"/>
              <a:t>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77EC4-A8B3-4BF1-BB30-D3341F323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0972800" cy="2395549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Инструкция – выражает определенное действие, заканчивается ;</a:t>
            </a:r>
          </a:p>
          <a:p>
            <a:r>
              <a:rPr lang="ru-RU" dirty="0"/>
              <a:t>Блок кода – несколько инструкций заключенных между {}</a:t>
            </a:r>
          </a:p>
          <a:p>
            <a:r>
              <a:rPr lang="ru-RU" dirty="0"/>
              <a:t>Программа представляет собой набор взаимодействующих между собой классов и объектов</a:t>
            </a:r>
          </a:p>
          <a:p>
            <a:r>
              <a:rPr lang="ru-RU" dirty="0"/>
              <a:t>Входной точкой в программу является функция </a:t>
            </a:r>
            <a:r>
              <a:rPr lang="ru-RU" dirty="0" err="1"/>
              <a:t>main</a:t>
            </a:r>
            <a:endParaRPr lang="ru-RU" dirty="0"/>
          </a:p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25B00-B76E-4BD5-AFFD-83915A500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4125993"/>
            <a:ext cx="8458200" cy="1798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18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40FF-FAA7-436E-A611-A1B6865B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именования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81B29-B909-436A-A3E1-6E08B44EC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6319837" cy="4410086"/>
          </a:xfrm>
        </p:spPr>
        <p:txBody>
          <a:bodyPr>
            <a:normAutofit fontScale="55000" lnSpcReduction="20000"/>
          </a:bodyPr>
          <a:lstStyle/>
          <a:p>
            <a:r>
              <a:rPr lang="ru-RU" sz="5800" dirty="0"/>
              <a:t>Пакеты</a:t>
            </a:r>
          </a:p>
          <a:p>
            <a:pPr marL="609585" lvl="1" indent="0">
              <a:buNone/>
            </a:pPr>
            <a:r>
              <a:rPr lang="en-US" sz="32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java.lang</a:t>
            </a:r>
            <a:r>
              <a:rPr lang="en-US" sz="32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2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javax.swing</a:t>
            </a:r>
            <a:endParaRPr lang="ru-RU" sz="32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5800" dirty="0"/>
              <a:t>Типы</a:t>
            </a:r>
            <a:endParaRPr lang="en-US" sz="5800" dirty="0"/>
          </a:p>
          <a:p>
            <a:pPr marL="609585" lvl="1" indent="0">
              <a:buNone/>
            </a:pPr>
            <a:r>
              <a:rPr lang="en-US" sz="32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Student, Runnable, Cloneable,</a:t>
            </a:r>
            <a:endParaRPr lang="ru-RU" sz="32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585" lvl="1" indent="0">
              <a:buNone/>
            </a:pPr>
            <a:r>
              <a:rPr lang="en-US" sz="32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ArrayIndexOutOfBoundException</a:t>
            </a:r>
            <a:endParaRPr lang="en-US" sz="32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85775" indent="-485775"/>
            <a:r>
              <a:rPr lang="ru-RU" sz="5800" dirty="0"/>
              <a:t>Поля</a:t>
            </a:r>
            <a:endParaRPr lang="en-US" sz="5800" dirty="0"/>
          </a:p>
          <a:p>
            <a:pPr marL="533386" lvl="1" indent="0">
              <a:buNone/>
            </a:pPr>
            <a:r>
              <a:rPr lang="en-US" sz="32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value, enabled, </a:t>
            </a:r>
            <a:r>
              <a:rPr lang="en-US" sz="32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numberOfStudents</a:t>
            </a:r>
            <a:endParaRPr lang="ru-RU" sz="32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5800" dirty="0"/>
              <a:t>Методы</a:t>
            </a:r>
            <a:endParaRPr lang="en-US" sz="5800" dirty="0"/>
          </a:p>
          <a:p>
            <a:pPr marL="533386" lvl="1" indent="0">
              <a:buNone/>
            </a:pPr>
            <a:r>
              <a:rPr lang="en-US" sz="32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getValue</a:t>
            </a:r>
            <a:r>
              <a:rPr lang="en-US" sz="32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2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setValue</a:t>
            </a:r>
            <a:r>
              <a:rPr lang="en-US" sz="32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2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isEnabled</a:t>
            </a:r>
            <a:r>
              <a:rPr lang="en-US" sz="32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length</a:t>
            </a:r>
            <a:endParaRPr lang="ru-RU" sz="32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5800" dirty="0"/>
              <a:t>Поля-константы</a:t>
            </a:r>
            <a:endParaRPr lang="en-US" sz="5800" dirty="0"/>
          </a:p>
          <a:p>
            <a:pPr marL="533386" lvl="1" indent="0">
              <a:buNone/>
            </a:pPr>
            <a:r>
              <a:rPr lang="en-US" sz="32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MAX_SIZE, CLEANUP_TIME</a:t>
            </a:r>
            <a:endParaRPr lang="ru-RU" sz="32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758B4B-74B9-4B25-A621-3E0AB554E3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126" b="2707"/>
          <a:stretch/>
        </p:blipFill>
        <p:spPr>
          <a:xfrm>
            <a:off x="7093658" y="2537619"/>
            <a:ext cx="4917366" cy="2735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9745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5275D8-81F1-422D-9AD5-574AF9D9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лексика </a:t>
            </a:r>
            <a:r>
              <a:rPr lang="en-US" dirty="0"/>
              <a:t>java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2632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048CB2-B3F4-4993-937E-C74ABD959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Комментарии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71898C-E1DE-4745-9A26-59A40F1DB3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2257812"/>
              </p:ext>
            </p:extLst>
          </p:nvPr>
        </p:nvGraphicFramePr>
        <p:xfrm>
          <a:off x="609600" y="1904989"/>
          <a:ext cx="10972800" cy="4221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1612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E317-52F7-4EFA-9A78-DC8BD9FD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Составляющие кода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7EFE-0132-4777-95D0-02F15B1F8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Идентификаторы</a:t>
            </a:r>
          </a:p>
          <a:p>
            <a:r>
              <a:rPr lang="ru-RU" dirty="0"/>
              <a:t>Служебные слова</a:t>
            </a:r>
            <a:endParaRPr lang="en-US" dirty="0"/>
          </a:p>
          <a:p>
            <a:pPr marL="533386" lvl="1" indent="0">
              <a:buNone/>
            </a:pPr>
            <a:r>
              <a:rPr lang="en-US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class, public, const, </a:t>
            </a:r>
            <a:r>
              <a:rPr lang="en-US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endParaRPr lang="ru-RU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Литералы</a:t>
            </a:r>
          </a:p>
          <a:p>
            <a:r>
              <a:rPr lang="ru-RU" dirty="0"/>
              <a:t>Разделители</a:t>
            </a:r>
            <a:endParaRPr lang="en-US" dirty="0"/>
          </a:p>
          <a:p>
            <a:pPr marL="533386" lvl="1" indent="0">
              <a:buNone/>
            </a:pPr>
            <a:r>
              <a:rPr lang="ru-RU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} [ ] ( ) ; . ,</a:t>
            </a:r>
          </a:p>
          <a:p>
            <a:r>
              <a:rPr lang="ru-RU" dirty="0"/>
              <a:t>Операторы</a:t>
            </a:r>
            <a:endParaRPr lang="en-US" dirty="0"/>
          </a:p>
          <a:p>
            <a:pPr marL="533386" lvl="1" indent="0">
              <a:buNone/>
            </a:pPr>
            <a:r>
              <a:rPr lang="ru-RU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&gt; &lt; ! ? : == &amp;&amp; ||</a:t>
            </a:r>
          </a:p>
        </p:txBody>
      </p:sp>
    </p:spTree>
    <p:extLst>
      <p:ext uri="{BB962C8B-B14F-4D97-AF65-F5344CB8AC3E}">
        <p14:creationId xmlns:p14="http://schemas.microsoft.com/office/powerpoint/2010/main" val="3119494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85D-B460-43E1-936F-6B98DF12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Идентификаторы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A72A8-17FC-4E11-9A8D-6105ACA7B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Имена, задаваемые элементам языка для доступа</a:t>
            </a:r>
            <a:r>
              <a:rPr lang="en-US" dirty="0"/>
              <a:t> </a:t>
            </a:r>
            <a:r>
              <a:rPr lang="ru-RU" dirty="0"/>
              <a:t>к ним</a:t>
            </a:r>
          </a:p>
          <a:p>
            <a:r>
              <a:rPr lang="ru-RU" dirty="0"/>
              <a:t>Можно записывать символами </a:t>
            </a:r>
            <a:r>
              <a:rPr lang="ru-RU" dirty="0" err="1">
                <a:solidFill>
                  <a:srgbClr val="244061"/>
                </a:solidFill>
                <a:cs typeface="Courier New" panose="02070309020205020404" pitchFamily="49" charset="0"/>
              </a:rPr>
              <a:t>Unicode</a:t>
            </a:r>
            <a:endParaRPr lang="ru-RU" dirty="0">
              <a:solidFill>
                <a:srgbClr val="244061"/>
              </a:solidFill>
              <a:cs typeface="Courier New" panose="02070309020205020404" pitchFamily="49" charset="0"/>
            </a:endParaRPr>
          </a:p>
          <a:p>
            <a:r>
              <a:rPr lang="ru-RU" dirty="0"/>
              <a:t>Состоят из букв и цифр, знаков </a:t>
            </a:r>
            <a:r>
              <a:rPr lang="ru-RU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dirty="0"/>
              <a:t> и </a:t>
            </a:r>
            <a:r>
              <a:rPr lang="ru-RU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ru-RU" dirty="0"/>
              <a:t>Не допускают совпадения со служебными</a:t>
            </a:r>
            <a:r>
              <a:rPr lang="en-US" dirty="0"/>
              <a:t> </a:t>
            </a:r>
            <a:r>
              <a:rPr lang="ru-RU" dirty="0"/>
              <a:t>словами, литералами </a:t>
            </a:r>
            <a:r>
              <a:rPr lang="ru-RU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ru-RU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ru-RU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ru-RU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Длина имени не ограничена</a:t>
            </a:r>
          </a:p>
        </p:txBody>
      </p:sp>
    </p:spTree>
    <p:extLst>
      <p:ext uri="{BB962C8B-B14F-4D97-AF65-F5344CB8AC3E}">
        <p14:creationId xmlns:p14="http://schemas.microsoft.com/office/powerpoint/2010/main" val="884881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3708-16DE-476C-922A-A643BDB4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Служебные слова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D1A7F4-3894-4735-9848-1C0D1C6EC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7334"/>
          <a:stretch/>
        </p:blipFill>
        <p:spPr>
          <a:xfrm>
            <a:off x="1113051" y="2057401"/>
            <a:ext cx="9965897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55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0B90-5C8C-46E3-BC2B-475B0665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045D-8C71-48E3-A5B0-6A7FEC665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Ссылочные</a:t>
            </a:r>
          </a:p>
          <a:p>
            <a:pPr lvl="1"/>
            <a:r>
              <a:rPr lang="ru-RU" dirty="0"/>
              <a:t>Предназначены для работы с объектами</a:t>
            </a:r>
          </a:p>
          <a:p>
            <a:pPr lvl="1"/>
            <a:r>
              <a:rPr lang="ru-RU" dirty="0"/>
              <a:t>Переменные содержат ссылки на объекты</a:t>
            </a:r>
          </a:p>
          <a:p>
            <a:pPr lvl="1"/>
            <a:r>
              <a:rPr lang="ru-RU" dirty="0"/>
              <a:t>Тип переменной определяет то, какой объект будет</a:t>
            </a:r>
            <a:r>
              <a:rPr lang="en-US" dirty="0"/>
              <a:t> </a:t>
            </a:r>
            <a:r>
              <a:rPr lang="ru-RU" dirty="0"/>
              <a:t>доступен</a:t>
            </a:r>
          </a:p>
          <a:p>
            <a:r>
              <a:rPr lang="ru-RU" dirty="0"/>
              <a:t>Примитивные (простые)</a:t>
            </a:r>
          </a:p>
          <a:p>
            <a:pPr lvl="1"/>
            <a:r>
              <a:rPr lang="ru-RU" dirty="0"/>
              <a:t>Предназначены для работы со значениями простых</a:t>
            </a:r>
            <a:r>
              <a:rPr lang="en-US" dirty="0"/>
              <a:t> </a:t>
            </a:r>
            <a:r>
              <a:rPr lang="ru-RU" dirty="0"/>
              <a:t>типов</a:t>
            </a:r>
          </a:p>
          <a:p>
            <a:pPr lvl="1"/>
            <a:r>
              <a:rPr lang="ru-RU" dirty="0"/>
              <a:t>Переменные содержат непосредственно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368918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CBB7-E685-480E-8158-B6862085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Ссылочные типы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9C9E-0C24-4D01-8FBB-DC83C769B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04989"/>
            <a:ext cx="8320089" cy="428627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К ссылочным типам относятся типы классов (в т.ч.</a:t>
            </a:r>
            <a:r>
              <a:rPr lang="en-US" dirty="0"/>
              <a:t> </a:t>
            </a:r>
            <a:r>
              <a:rPr lang="ru-RU" dirty="0"/>
              <a:t>массивов) и интерфейсов</a:t>
            </a:r>
          </a:p>
          <a:p>
            <a:r>
              <a:rPr lang="ru-RU" dirty="0"/>
              <a:t>Переменная ссылочного типа содержит ссылку на объект, относящийся к</a:t>
            </a:r>
            <a:r>
              <a:rPr lang="en-US" dirty="0"/>
              <a:t> </a:t>
            </a:r>
            <a:r>
              <a:rPr lang="ru-RU" dirty="0"/>
              <a:t>этому типу</a:t>
            </a:r>
          </a:p>
          <a:p>
            <a:r>
              <a:rPr lang="ru-RU" dirty="0"/>
              <a:t>Ссылочный литерал</a:t>
            </a:r>
            <a:r>
              <a:rPr lang="en-US" dirty="0"/>
              <a:t> </a:t>
            </a:r>
            <a:r>
              <a:rPr lang="ru-RU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ru-RU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503DA9-35C3-4B80-B4D1-27DAC23E0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749" y="2557463"/>
            <a:ext cx="3931287" cy="314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5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C07A1-B019-4F66-ABDE-5100A38F2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Примитивные типы данных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0A4A17-7B37-41F8-89E8-AAE9D5EAA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570408"/>
              </p:ext>
            </p:extLst>
          </p:nvPr>
        </p:nvGraphicFramePr>
        <p:xfrm>
          <a:off x="1190625" y="1737394"/>
          <a:ext cx="10391775" cy="4300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699">
                  <a:extLst>
                    <a:ext uri="{9D8B030D-6E8A-4147-A177-3AD203B41FA5}">
                      <a16:colId xmlns:a16="http://schemas.microsoft.com/office/drawing/2014/main" val="848724232"/>
                    </a:ext>
                  </a:extLst>
                </a:gridCol>
                <a:gridCol w="6110908">
                  <a:extLst>
                    <a:ext uri="{9D8B030D-6E8A-4147-A177-3AD203B41FA5}">
                      <a16:colId xmlns:a16="http://schemas.microsoft.com/office/drawing/2014/main" val="2819530165"/>
                    </a:ext>
                  </a:extLst>
                </a:gridCol>
                <a:gridCol w="1569168">
                  <a:extLst>
                    <a:ext uri="{9D8B030D-6E8A-4147-A177-3AD203B41FA5}">
                      <a16:colId xmlns:a16="http://schemas.microsoft.com/office/drawing/2014/main" val="1759282272"/>
                    </a:ext>
                  </a:extLst>
                </a:gridCol>
              </a:tblGrid>
              <a:tr h="357107">
                <a:tc gridSpan="3">
                  <a:txBody>
                    <a:bodyPr/>
                    <a:lstStyle/>
                    <a:p>
                      <a:r>
                        <a:rPr lang="ru-RU" sz="1800" b="1" dirty="0"/>
                        <a:t>Булевский (логический) тип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817266"/>
                  </a:ext>
                </a:extLst>
              </a:tr>
              <a:tr h="357107">
                <a:tc>
                  <a:txBody>
                    <a:bodyPr/>
                    <a:lstStyle/>
                    <a:p>
                      <a:r>
                        <a:rPr lang="en-US" sz="1800" dirty="0" err="1"/>
                        <a:t>boolean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true/false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 bit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776403"/>
                  </a:ext>
                </a:extLst>
              </a:tr>
              <a:tr h="357107">
                <a:tc gridSpan="3">
                  <a:txBody>
                    <a:bodyPr/>
                    <a:lstStyle/>
                    <a:p>
                      <a:r>
                        <a:rPr lang="ru-RU" sz="1800" b="1" dirty="0"/>
                        <a:t>Целочисленные типы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17106"/>
                  </a:ext>
                </a:extLst>
              </a:tr>
              <a:tr h="357107">
                <a:tc>
                  <a:txBody>
                    <a:bodyPr/>
                    <a:lstStyle/>
                    <a:p>
                      <a:r>
                        <a:rPr lang="en-US" sz="1800" dirty="0"/>
                        <a:t>byte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-128</a:t>
                      </a:r>
                      <a:r>
                        <a:rPr lang="ru-RU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 </a:t>
                      </a:r>
                      <a:r>
                        <a:rPr lang="ru-RU" sz="1800"/>
                        <a:t>127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 byte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053081"/>
                  </a:ext>
                </a:extLst>
              </a:tr>
              <a:tr h="357107">
                <a:tc>
                  <a:txBody>
                    <a:bodyPr/>
                    <a:lstStyle/>
                    <a:p>
                      <a:r>
                        <a:rPr lang="en-US" sz="1800" dirty="0"/>
                        <a:t>short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-32768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 </a:t>
                      </a:r>
                      <a:r>
                        <a:rPr lang="ru-RU" sz="1800" dirty="0"/>
                        <a:t>32767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 bytes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593172"/>
                  </a:ext>
                </a:extLst>
              </a:tr>
              <a:tr h="357107">
                <a:tc>
                  <a:txBody>
                    <a:bodyPr/>
                    <a:lstStyle/>
                    <a:p>
                      <a:r>
                        <a:rPr lang="en-US" sz="1800" dirty="0" err="1"/>
                        <a:t>int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-2147483648</a:t>
                      </a:r>
                      <a:r>
                        <a:rPr lang="ru-RU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 </a:t>
                      </a:r>
                      <a:r>
                        <a:rPr lang="ru-RU" sz="1800"/>
                        <a:t>2147483647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 bytes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054639"/>
                  </a:ext>
                </a:extLst>
              </a:tr>
              <a:tr h="642792">
                <a:tc>
                  <a:txBody>
                    <a:bodyPr/>
                    <a:lstStyle/>
                    <a:p>
                      <a:r>
                        <a:rPr lang="en-US" sz="1800" dirty="0"/>
                        <a:t>long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–9 223 372 036 854 775 808</a:t>
                      </a:r>
                      <a:r>
                        <a:rPr lang="ru-RU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 </a:t>
                      </a:r>
                      <a:r>
                        <a:rPr lang="ru-RU" sz="1800"/>
                        <a:t>9 223 372 036 854 775 807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 bytes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916617"/>
                  </a:ext>
                </a:extLst>
              </a:tr>
              <a:tr h="357107">
                <a:tc>
                  <a:txBody>
                    <a:bodyPr/>
                    <a:lstStyle/>
                    <a:p>
                      <a:r>
                        <a:rPr lang="en-US" sz="1800" dirty="0"/>
                        <a:t>char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0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 </a:t>
                      </a:r>
                      <a:r>
                        <a:rPr lang="ru-RU" sz="1800" dirty="0"/>
                        <a:t>65536</a:t>
                      </a:r>
                      <a:r>
                        <a:rPr lang="en-US" sz="1800" dirty="0"/>
                        <a:t> (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одиночный символ в кодировке UTF-16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 bytes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754021"/>
                  </a:ext>
                </a:extLst>
              </a:tr>
              <a:tr h="357107">
                <a:tc gridSpan="3">
                  <a:txBody>
                    <a:bodyPr/>
                    <a:lstStyle/>
                    <a:p>
                      <a:r>
                        <a:rPr lang="ru-RU" sz="1800" b="1" dirty="0"/>
                        <a:t>Вещественные типы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787637"/>
                  </a:ext>
                </a:extLst>
              </a:tr>
              <a:tr h="357107">
                <a:tc>
                  <a:txBody>
                    <a:bodyPr/>
                    <a:lstStyle/>
                    <a:p>
                      <a:r>
                        <a:rPr lang="en-US" sz="1800" dirty="0"/>
                        <a:t>float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-3.4*10</a:t>
                      </a:r>
                      <a:r>
                        <a:rPr lang="ru-RU" sz="1800" baseline="30000" dirty="0"/>
                        <a:t>38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 </a:t>
                      </a:r>
                      <a:r>
                        <a:rPr lang="ru-RU" sz="1800" dirty="0"/>
                        <a:t>3.4*10</a:t>
                      </a:r>
                      <a:r>
                        <a:rPr lang="ru-RU" sz="1800" baseline="30000" dirty="0"/>
                        <a:t>38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 bytes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874854"/>
                  </a:ext>
                </a:extLst>
              </a:tr>
              <a:tr h="357107">
                <a:tc>
                  <a:txBody>
                    <a:bodyPr/>
                    <a:lstStyle/>
                    <a:p>
                      <a:r>
                        <a:rPr lang="en-US" sz="1800" dirty="0"/>
                        <a:t>double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±</a:t>
                      </a:r>
                      <a:r>
                        <a:rPr lang="en-US" sz="1800" dirty="0"/>
                        <a:t>1.7e-308 </a:t>
                      </a:r>
                      <a:r>
                        <a:rPr lang="ru-RU" sz="1800" dirty="0"/>
                        <a:t>до ±1.7</a:t>
                      </a:r>
                      <a:r>
                        <a:rPr lang="en-US" sz="1800" dirty="0"/>
                        <a:t>e+308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 bytes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691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5D6FEBF-6BFE-49FF-AA74-A8BF436F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664" y="6037786"/>
            <a:ext cx="4224336" cy="854437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0021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8CA1-8D97-42B3-83C8-63B8EE8A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Литералы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E1B7-52E9-4DDC-9348-B3B4BA392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9726"/>
            <a:ext cx="10972800" cy="448153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ru-RU" sz="2400" dirty="0"/>
              <a:t>Булевы	</a:t>
            </a:r>
            <a:r>
              <a:rPr lang="ru-RU" sz="24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ru-RU" sz="24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ru-RU" sz="24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dirty="0"/>
              <a:t>Символьные		</a:t>
            </a:r>
            <a:r>
              <a:rPr lang="ru-RU" sz="24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 '\n' '\\' ‘\123' '\u0053'</a:t>
            </a:r>
          </a:p>
          <a:p>
            <a:pPr>
              <a:spcBef>
                <a:spcPts val="600"/>
              </a:spcBef>
              <a:tabLst>
                <a:tab pos="2871788" algn="l"/>
              </a:tabLst>
            </a:pPr>
            <a:r>
              <a:rPr lang="ru-RU" sz="2400" dirty="0"/>
              <a:t>Целочисленные</a:t>
            </a:r>
          </a:p>
          <a:p>
            <a:pPr lvl="1">
              <a:spcBef>
                <a:spcPts val="600"/>
              </a:spcBef>
              <a:tabLst>
                <a:tab pos="2871788" algn="l"/>
              </a:tabLst>
            </a:pPr>
            <a:r>
              <a:rPr lang="ru-RU" sz="2000" dirty="0"/>
              <a:t>десятичные 	</a:t>
            </a:r>
            <a:r>
              <a:rPr lang="ru-RU" sz="20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29 035</a:t>
            </a:r>
          </a:p>
          <a:p>
            <a:pPr lvl="1">
              <a:spcBef>
                <a:spcPts val="600"/>
              </a:spcBef>
              <a:tabLst>
                <a:tab pos="2871788" algn="l"/>
              </a:tabLst>
            </a:pPr>
            <a:r>
              <a:rPr lang="ru-RU" sz="2000" dirty="0">
                <a:solidFill>
                  <a:schemeClr val="bg1">
                    <a:lumMod val="25000"/>
                  </a:schemeClr>
                </a:solidFill>
                <a:cs typeface="Courier New" panose="02070309020205020404" pitchFamily="49" charset="0"/>
              </a:rPr>
              <a:t>двоичные 	</a:t>
            </a:r>
            <a:r>
              <a:rPr lang="en-US" sz="20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0b1001, 0B11011</a:t>
            </a:r>
            <a:endParaRPr lang="ru-RU" sz="20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600"/>
              </a:spcBef>
              <a:tabLst>
                <a:tab pos="2871788" algn="l"/>
              </a:tabLst>
            </a:pPr>
            <a:r>
              <a:rPr lang="ru-RU" sz="2000" dirty="0">
                <a:solidFill>
                  <a:schemeClr val="bg1">
                    <a:lumMod val="25000"/>
                  </a:schemeClr>
                </a:solidFill>
                <a:cs typeface="Courier New" panose="02070309020205020404" pitchFamily="49" charset="0"/>
              </a:rPr>
              <a:t>восьмеричные	</a:t>
            </a:r>
            <a:r>
              <a:rPr lang="ru-RU" sz="20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027, -0326 </a:t>
            </a:r>
          </a:p>
          <a:p>
            <a:pPr lvl="1">
              <a:spcBef>
                <a:spcPts val="600"/>
              </a:spcBef>
              <a:tabLst>
                <a:tab pos="2871788" algn="l"/>
              </a:tabLst>
            </a:pPr>
            <a:r>
              <a:rPr lang="ru-RU" sz="2000" dirty="0">
                <a:solidFill>
                  <a:schemeClr val="bg1">
                    <a:lumMod val="25000"/>
                  </a:schemeClr>
                </a:solidFill>
                <a:cs typeface="Courier New" panose="02070309020205020404" pitchFamily="49" charset="0"/>
              </a:rPr>
              <a:t>шестнадцатеричные	</a:t>
            </a:r>
            <a:r>
              <a:rPr lang="ru-RU" sz="20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0х</a:t>
            </a:r>
            <a:r>
              <a:rPr lang="en-US" sz="20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FF2D</a:t>
            </a:r>
            <a:endParaRPr lang="ru-RU" sz="20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85838" lvl="1" indent="-442913">
              <a:spcBef>
                <a:spcPts val="600"/>
              </a:spcBef>
            </a:pPr>
            <a:r>
              <a:rPr lang="ru-RU" sz="2000" dirty="0"/>
              <a:t>По умолчанию имеют тип </a:t>
            </a:r>
            <a:r>
              <a:rPr lang="ru-RU" sz="20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ru-RU" sz="20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dirty="0"/>
              <a:t>Числовые с плавающей запятой	</a:t>
            </a:r>
            <a:r>
              <a:rPr lang="ru-RU" sz="24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.1 1e1 1e-4D 1e+5f</a:t>
            </a:r>
          </a:p>
          <a:p>
            <a:pPr lvl="1">
              <a:spcBef>
                <a:spcPts val="600"/>
              </a:spcBef>
            </a:pPr>
            <a:r>
              <a:rPr lang="ru-RU" sz="2000" dirty="0"/>
              <a:t>По умолчанию имеют тип </a:t>
            </a:r>
            <a:r>
              <a:rPr lang="ru-RU" sz="20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ru-RU" sz="20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dirty="0"/>
              <a:t>Строковые	</a:t>
            </a:r>
            <a:r>
              <a:rPr lang="ru-RU" sz="24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“Я литерал” </a:t>
            </a:r>
            <a:r>
              <a:rPr lang="en-US" sz="24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“” </a:t>
            </a:r>
            <a:r>
              <a:rPr lang="ru-RU" sz="24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“Это строка \n c переносом.”</a:t>
            </a:r>
          </a:p>
        </p:txBody>
      </p:sp>
    </p:spTree>
    <p:extLst>
      <p:ext uri="{BB962C8B-B14F-4D97-AF65-F5344CB8AC3E}">
        <p14:creationId xmlns:p14="http://schemas.microsoft.com/office/powerpoint/2010/main" val="3200327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929806-4C79-438F-9B1C-E256F63F4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Переменные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Для хранения данных в программе предназначены переменные - </a:t>
            </a:r>
            <a:r>
              <a:rPr lang="ru-RU" dirty="0" err="1"/>
              <a:t>именнованная</a:t>
            </a:r>
            <a:r>
              <a:rPr lang="ru-RU" dirty="0"/>
              <a:t> область памяти, которая хранит значение определенного типа.</a:t>
            </a:r>
          </a:p>
          <a:p>
            <a:r>
              <a:rPr lang="ru-RU" dirty="0"/>
              <a:t>Объявление переменной:</a:t>
            </a:r>
          </a:p>
          <a:p>
            <a:pPr marL="803275" indent="0">
              <a:lnSpc>
                <a:spcPct val="170000"/>
              </a:lnSpc>
              <a:buNone/>
            </a:pPr>
            <a:r>
              <a:rPr lang="ru-RU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тип_переменной</a:t>
            </a:r>
            <a:r>
              <a:rPr lang="ru-RU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имя_переменной</a:t>
            </a:r>
            <a:r>
              <a:rPr lang="ru-RU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dirty="0"/>
              <a:t>В процессе работы программы значение переменной может меняться.</a:t>
            </a:r>
          </a:p>
          <a:p>
            <a:r>
              <a:rPr lang="ru-RU" dirty="0"/>
              <a:t>Начиная с </a:t>
            </a:r>
            <a:r>
              <a:rPr lang="ru-RU" dirty="0" err="1"/>
              <a:t>Java</a:t>
            </a:r>
            <a:r>
              <a:rPr lang="ru-RU" dirty="0"/>
              <a:t> 10 переменная может быть объявлена с помощью ключевого слова </a:t>
            </a:r>
            <a:r>
              <a:rPr lang="ru-RU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dirty="0"/>
              <a:t>, а тип переменной выводится из </a:t>
            </a:r>
            <a:r>
              <a:rPr lang="ru-RU" dirty="0" err="1"/>
              <a:t>присваемого</a:t>
            </a:r>
            <a:r>
              <a:rPr lang="ru-RU" dirty="0"/>
              <a:t>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1105592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FD43-3C2F-42C2-BDC8-65129FAE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3F23A-6803-4157-9703-51FDF172C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1277600" cy="4221175"/>
          </a:xfrm>
        </p:spPr>
        <p:txBody>
          <a:bodyPr>
            <a:normAutofit/>
          </a:bodyPr>
          <a:lstStyle/>
          <a:p>
            <a:r>
              <a:rPr lang="ru-RU" dirty="0"/>
              <a:t>Константы позволяют задать такие переменные, которые не должны больше изменяться</a:t>
            </a:r>
          </a:p>
          <a:p>
            <a:r>
              <a:rPr lang="ru-RU" dirty="0"/>
              <a:t>Объявление переменной:</a:t>
            </a:r>
          </a:p>
          <a:p>
            <a:pPr marL="0" indent="0">
              <a:buNone/>
            </a:pPr>
            <a:r>
              <a:rPr lang="en-US" sz="32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 </a:t>
            </a:r>
            <a:r>
              <a:rPr lang="ru-RU" sz="32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тип_константы</a:t>
            </a:r>
            <a:r>
              <a:rPr lang="ru-RU" sz="32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имя_константы</a:t>
            </a:r>
            <a:r>
              <a:rPr lang="ru-RU" sz="32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значение;</a:t>
            </a:r>
            <a:endParaRPr lang="ru-RU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566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4CC499-A46B-4776-8A10-EE32FE69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ОперАции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184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54C8-240C-4374-B8FF-4DB66D4E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Арифмитические</a:t>
            </a:r>
            <a:r>
              <a:rPr lang="ru-RU" dirty="0"/>
              <a:t> операции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idx="1"/>
          </p:nvPr>
        </p:nvSpPr>
        <p:spPr>
          <a:xfrm>
            <a:off x="1735934" y="1904990"/>
            <a:ext cx="3305313" cy="692588"/>
          </a:xfrm>
        </p:spPr>
        <p:txBody>
          <a:bodyPr>
            <a:normAutofit/>
          </a:bodyPr>
          <a:lstStyle/>
          <a:p>
            <a:r>
              <a:rPr lang="ru-RU" sz="3600" dirty="0"/>
              <a:t>Унарные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294967295"/>
          </p:nvPr>
        </p:nvSpPr>
        <p:spPr>
          <a:xfrm>
            <a:off x="7150755" y="1909742"/>
            <a:ext cx="3305313" cy="692588"/>
          </a:xfrm>
        </p:spPr>
        <p:txBody>
          <a:bodyPr>
            <a:normAutofit/>
          </a:bodyPr>
          <a:lstStyle/>
          <a:p>
            <a:r>
              <a:rPr lang="ru-RU" sz="3600" dirty="0"/>
              <a:t>Бинарные</a:t>
            </a:r>
          </a:p>
        </p:txBody>
      </p:sp>
      <p:graphicFrame>
        <p:nvGraphicFramePr>
          <p:cNvPr id="21" name="Chart Placeholder 20"/>
          <p:cNvGraphicFramePr>
            <a:graphicFrameLocks noGrp="1"/>
          </p:cNvGraphicFramePr>
          <p:nvPr>
            <p:ph type="chart" sz="quarter" idx="4294967295"/>
            <p:extLst>
              <p:ext uri="{D42A27DB-BD31-4B8C-83A1-F6EECF244321}">
                <p14:modId xmlns:p14="http://schemas.microsoft.com/office/powerpoint/2010/main" val="3266058741"/>
              </p:ext>
            </p:extLst>
          </p:nvPr>
        </p:nvGraphicFramePr>
        <p:xfrm>
          <a:off x="7150755" y="2597578"/>
          <a:ext cx="3702050" cy="322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6F7DA10-37FB-4981-BBC3-69669E70D2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0572282"/>
              </p:ext>
            </p:extLst>
          </p:nvPr>
        </p:nvGraphicFramePr>
        <p:xfrm>
          <a:off x="1104566" y="2597578"/>
          <a:ext cx="3936680" cy="3593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8F874D5-2049-453B-A083-E46910F349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0754" y="5711407"/>
            <a:ext cx="3702051" cy="223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7864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BC902-B99E-4C86-B3B0-BC9714E8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Условные выражения</a:t>
            </a:r>
            <a:br>
              <a:rPr lang="ru-RU" dirty="0"/>
            </a:br>
            <a:endParaRPr lang="ru-RU" dirty="0"/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461962" y="1515430"/>
            <a:ext cx="5634038" cy="967420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Операции сравнения – сравниваются два операнда, возвращается значение типа </a:t>
            </a:r>
            <a:r>
              <a:rPr lang="ru-RU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ru-RU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6096000" y="1515430"/>
            <a:ext cx="5486400" cy="1356979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Логические операции</a:t>
            </a:r>
            <a:r>
              <a:rPr lang="en-US" dirty="0"/>
              <a:t> - </a:t>
            </a:r>
            <a:r>
              <a:rPr lang="ru-RU" dirty="0"/>
              <a:t>представляют условие и возвращают </a:t>
            </a:r>
            <a:r>
              <a:rPr lang="en-US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/>
              <a:t> </a:t>
            </a:r>
            <a:r>
              <a:rPr lang="ru-RU" dirty="0"/>
              <a:t>и обычно объединяют несколько операций сравнения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206922697"/>
              </p:ext>
            </p:extLst>
          </p:nvPr>
        </p:nvGraphicFramePr>
        <p:xfrm>
          <a:off x="274637" y="2872409"/>
          <a:ext cx="5342835" cy="2980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654287400"/>
              </p:ext>
            </p:extLst>
          </p:nvPr>
        </p:nvGraphicFramePr>
        <p:xfrm>
          <a:off x="5786437" y="2872409"/>
          <a:ext cx="4679467" cy="287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669690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305719"/>
              </p:ext>
            </p:extLst>
          </p:nvPr>
        </p:nvGraphicFramePr>
        <p:xfrm>
          <a:off x="2220402" y="1809739"/>
          <a:ext cx="7981949" cy="433294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981949">
                  <a:extLst>
                    <a:ext uri="{9D8B030D-6E8A-4147-A177-3AD203B41FA5}">
                      <a16:colId xmlns:a16="http://schemas.microsoft.com/office/drawing/2014/main" val="3490112766"/>
                    </a:ext>
                  </a:extLst>
                </a:gridCol>
              </a:tblGrid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effectLst/>
                        </a:rPr>
                        <a:t>expr++, expr--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2343110096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++expr, --expr, +expr, -expr, ~, !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724811287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*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/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%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09489045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+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-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132948828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&lt;&lt;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&gt;&gt;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&gt;&gt;&gt;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2865084936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&lt;, &gt;, &lt;=, &gt;=, </a:t>
                      </a:r>
                      <a:r>
                        <a:rPr lang="en-US" sz="1800" dirty="0" err="1">
                          <a:effectLst/>
                        </a:rPr>
                        <a:t>instanceof</a:t>
                      </a:r>
                      <a:endParaRPr lang="en-US" sz="1800" dirty="0">
                        <a:effectLst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4059257721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==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!=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984924421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&amp;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207956386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^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1234943256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effectLst/>
                        </a:rPr>
                        <a:t>|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61394329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effectLst/>
                        </a:rPr>
                        <a:t>&amp;&amp;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4260035538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||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943635442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effectLst/>
                        </a:rPr>
                        <a:t>? : (тернарный оператор)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4225717218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+=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-</a:t>
                      </a:r>
                      <a:r>
                        <a:rPr lang="ru-RU" sz="1800" dirty="0">
                          <a:effectLst/>
                        </a:rPr>
                        <a:t>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*=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/=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%=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&amp;=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^=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|=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&lt;&lt;=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&gt;&gt;=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 &gt;&gt;&gt;= (операторы присваивания)</a:t>
                      </a: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861671502"/>
                  </a:ext>
                </a:extLst>
              </a:tr>
            </a:tbl>
          </a:graphicData>
        </a:graphic>
      </p:graphicFrame>
      <p:sp>
        <p:nvSpPr>
          <p:cNvPr id="10" name="Down Arrow 9"/>
          <p:cNvSpPr/>
          <p:nvPr/>
        </p:nvSpPr>
        <p:spPr>
          <a:xfrm>
            <a:off x="10372706" y="1809739"/>
            <a:ext cx="253403" cy="4332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26109" y="1272503"/>
            <a:ext cx="461665" cy="487018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Приоритет ниже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29F61D-E76A-42BC-8F97-5320C46C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Приоритеты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2327465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5D5-701C-45E4-ADA0-41E75C13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9C71A-D6AD-43FB-9C44-1CC610768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Какое значение </a:t>
            </a:r>
            <a:r>
              <a:rPr lang="en-US" dirty="0"/>
              <a:t>b </a:t>
            </a:r>
            <a:r>
              <a:rPr lang="ru-RU" dirty="0"/>
              <a:t>после операции, если</a:t>
            </a:r>
            <a:endParaRPr lang="en-US" dirty="0"/>
          </a:p>
          <a:p>
            <a:pPr marL="0" indent="0">
              <a:buNone/>
            </a:pPr>
            <a:r>
              <a:rPr lang="ru-RU" sz="4400" spc="-1" dirty="0" err="1">
                <a:solidFill>
                  <a:srgbClr val="244061"/>
                </a:solidFill>
                <a:ea typeface="DejaVu Sans"/>
              </a:rPr>
              <a:t>int</a:t>
            </a:r>
            <a:r>
              <a:rPr lang="ru-RU" sz="4400" spc="-1" dirty="0">
                <a:solidFill>
                  <a:srgbClr val="244061"/>
                </a:solidFill>
                <a:ea typeface="DejaVu Sans"/>
              </a:rPr>
              <a:t> a=3, b=5; </a:t>
            </a:r>
          </a:p>
          <a:p>
            <a:pPr marL="985838" lvl="1" indent="-571500">
              <a:buFont typeface="Wingdings" panose="05000000000000000000" pitchFamily="2" charset="2"/>
              <a:buChar char="§"/>
            </a:pPr>
            <a:r>
              <a:rPr lang="en-US" sz="3600" spc="-1" dirty="0">
                <a:solidFill>
                  <a:srgbClr val="244061"/>
                </a:solidFill>
                <a:ea typeface="DejaVu Sans"/>
              </a:rPr>
              <a:t>b=</a:t>
            </a:r>
            <a:r>
              <a:rPr lang="ru-RU" sz="3600" spc="-1" dirty="0">
                <a:solidFill>
                  <a:srgbClr val="244061"/>
                </a:solidFill>
                <a:ea typeface="DejaVu Sans"/>
              </a:rPr>
              <a:t>b+(b=3)</a:t>
            </a:r>
            <a:endParaRPr lang="en-US" sz="3600" spc="-1" dirty="0">
              <a:solidFill>
                <a:srgbClr val="244061"/>
              </a:solidFill>
              <a:ea typeface="DejaVu Sans"/>
            </a:endParaRPr>
          </a:p>
          <a:p>
            <a:pPr marL="985838" lvl="1" indent="-571500">
              <a:buFont typeface="Wingdings" panose="05000000000000000000" pitchFamily="2" charset="2"/>
              <a:buChar char="§"/>
            </a:pPr>
            <a:r>
              <a:rPr lang="en-US" sz="3600" spc="-1" dirty="0">
                <a:solidFill>
                  <a:srgbClr val="244061"/>
                </a:solidFill>
                <a:ea typeface="DejaVu Sans"/>
              </a:rPr>
              <a:t>b=(b=3)+b</a:t>
            </a:r>
          </a:p>
          <a:p>
            <a:pPr marL="985838" lvl="1" indent="-571500">
              <a:buFont typeface="Wingdings" panose="05000000000000000000" pitchFamily="2" charset="2"/>
              <a:buChar char="§"/>
            </a:pPr>
            <a:r>
              <a:rPr lang="ru-RU" sz="3600" spc="-1" dirty="0">
                <a:solidFill>
                  <a:srgbClr val="244061"/>
                </a:solidFill>
                <a:ea typeface="DejaVu Sans"/>
              </a:rPr>
              <a:t>b+=a+=b+=7</a:t>
            </a:r>
            <a:r>
              <a:rPr lang="en-US" sz="3600" spc="-1" dirty="0">
                <a:solidFill>
                  <a:srgbClr val="244061"/>
                </a:solidFill>
                <a:ea typeface="DejaVu Sans"/>
              </a:rPr>
              <a:t> </a:t>
            </a:r>
            <a:endParaRPr lang="ru-RU" sz="3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5824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44A4-4326-49F5-B56B-6F2D4C8C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Условные конструкции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D7E35-A4A3-49DF-9E88-5C145EA52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3226"/>
            <a:ext cx="10972800" cy="62389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sz="5100" dirty="0"/>
              <a:t>Условные конструкции позволяют направить работу программы по одному из путей в зависимости от определенных условий.</a:t>
            </a:r>
          </a:p>
          <a:p>
            <a:endParaRPr lang="ru-RU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0707002-6A62-439D-BF91-5DF8B9C0E85D}"/>
              </a:ext>
            </a:extLst>
          </p:cNvPr>
          <p:cNvSpPr txBox="1">
            <a:spLocks/>
          </p:cNvSpPr>
          <p:nvPr/>
        </p:nvSpPr>
        <p:spPr>
          <a:xfrm>
            <a:off x="875512" y="2653494"/>
            <a:ext cx="3359976" cy="56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if/else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8C88A1-E58F-40A9-AFAB-DB7AABEEF192}"/>
              </a:ext>
            </a:extLst>
          </p:cNvPr>
          <p:cNvSpPr txBox="1">
            <a:spLocks/>
          </p:cNvSpPr>
          <p:nvPr/>
        </p:nvSpPr>
        <p:spPr>
          <a:xfrm>
            <a:off x="8222424" y="2653494"/>
            <a:ext cx="3359976" cy="56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Тернарная операция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2D86632-6B38-490E-8474-FC3FB4790783}"/>
              </a:ext>
            </a:extLst>
          </p:cNvPr>
          <p:cNvSpPr txBox="1">
            <a:spLocks/>
          </p:cNvSpPr>
          <p:nvPr/>
        </p:nvSpPr>
        <p:spPr>
          <a:xfrm>
            <a:off x="4548968" y="2653494"/>
            <a:ext cx="3359976" cy="56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587FE04-4FF3-4279-95E3-A474837951A4}"/>
              </a:ext>
            </a:extLst>
          </p:cNvPr>
          <p:cNvSpPr txBox="1">
            <a:spLocks/>
          </p:cNvSpPr>
          <p:nvPr/>
        </p:nvSpPr>
        <p:spPr>
          <a:xfrm>
            <a:off x="4548968" y="3055937"/>
            <a:ext cx="3460937" cy="3239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 (</a:t>
            </a: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выражение) </a:t>
            </a:r>
            <a:b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 </a:t>
            </a:r>
            <a:b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</a:t>
            </a: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значение1: </a:t>
            </a:r>
          </a:p>
          <a:p>
            <a:pPr>
              <a:spcBef>
                <a:spcPts val="600"/>
              </a:spcBef>
            </a:pP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выражение1;</a:t>
            </a:r>
          </a:p>
          <a:p>
            <a:pPr>
              <a:spcBef>
                <a:spcPts val="600"/>
              </a:spcBef>
            </a:pP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break; </a:t>
            </a:r>
            <a:b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case </a:t>
            </a: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значение</a:t>
            </a: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</a:p>
          <a:p>
            <a:pPr>
              <a:spcBef>
                <a:spcPts val="600"/>
              </a:spcBef>
            </a:pP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выражение</a:t>
            </a: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break; </a:t>
            </a:r>
            <a:endParaRPr lang="ru-RU" sz="18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default</a:t>
            </a: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</a:p>
          <a:p>
            <a:pPr>
              <a:spcBef>
                <a:spcPts val="600"/>
              </a:spcBef>
            </a:pP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выражение</a:t>
            </a: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18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2CD652D-F1FE-4D8C-8EB7-3E9281771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6" y="3213881"/>
            <a:ext cx="3631122" cy="1708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18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ru-RU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altLang="ru-RU" sz="18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логическое_условие</a:t>
            </a:r>
            <a:r>
              <a:rPr lang="ru-RU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выражение1;</a:t>
            </a:r>
            <a:endParaRPr lang="en-US" altLang="ru-RU" sz="18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altLang="ru-RU" sz="18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ru-RU" sz="18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ru-RU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выражение</a:t>
            </a:r>
            <a:r>
              <a:rPr lang="en-US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altLang="ru-RU" sz="18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altLang="ru-RU" sz="18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90537F3-3113-4446-9530-C2C96DA14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2424" y="3213881"/>
            <a:ext cx="3493264" cy="600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ru-RU" sz="18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логическое_условие</a:t>
            </a:r>
            <a:r>
              <a:rPr lang="ru-RU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endParaRPr lang="en-US" altLang="ru-RU" sz="18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выражение1 : выражение2 </a:t>
            </a:r>
          </a:p>
        </p:txBody>
      </p:sp>
    </p:spTree>
    <p:extLst>
      <p:ext uri="{BB962C8B-B14F-4D97-AF65-F5344CB8AC3E}">
        <p14:creationId xmlns:p14="http://schemas.microsoft.com/office/powerpoint/2010/main" val="4104130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5D5-701C-45E4-ADA0-41E75C13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9C71A-D6AD-43FB-9C44-1CC610768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Какой смысл операции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x&gt;=0?x:-x</a:t>
            </a:r>
          </a:p>
          <a:p>
            <a:r>
              <a:rPr lang="ru-RU" dirty="0"/>
              <a:t>Что дает в результате операция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x&gt;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y?x:y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Чему равен </a:t>
            </a:r>
            <a:r>
              <a:rPr lang="en-US" dirty="0"/>
              <a:t>b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sz="4400" spc="-1" dirty="0" err="1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int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a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=5,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b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=100;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(a&gt;=10) if (a&lt;=20) b=0; else b=1;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3866" spc="-1" dirty="0" err="1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if</a:t>
            </a:r>
            <a:r>
              <a:rPr lang="ru-RU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</a:t>
            </a:r>
            <a:r>
              <a:rPr lang="en-US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a</a:t>
            </a:r>
            <a:r>
              <a:rPr lang="ru-RU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&gt;=10) {</a:t>
            </a:r>
            <a:r>
              <a:rPr lang="ru-RU" sz="3866" spc="-1" dirty="0" err="1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if</a:t>
            </a:r>
            <a:r>
              <a:rPr lang="ru-RU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</a:t>
            </a:r>
            <a:r>
              <a:rPr lang="en-US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a</a:t>
            </a:r>
            <a:r>
              <a:rPr lang="ru-RU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&lt;=20) </a:t>
            </a:r>
            <a:r>
              <a:rPr lang="en-US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b</a:t>
            </a:r>
            <a:r>
              <a:rPr lang="ru-RU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x=0;} </a:t>
            </a:r>
            <a:r>
              <a:rPr lang="ru-RU" sz="3866" spc="-1" dirty="0" err="1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else</a:t>
            </a:r>
            <a:r>
              <a:rPr lang="ru-RU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b</a:t>
            </a:r>
            <a:r>
              <a:rPr lang="ru-RU" sz="3866" spc="-1" dirty="0">
                <a:solidFill>
                  <a:srgbClr val="244061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=1;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573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44A4-4326-49F5-B56B-6F2D4C8C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Циклы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D7E35-A4A3-49DF-9E88-5C145EA52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3226"/>
            <a:ext cx="10972800" cy="62389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sz="5100" dirty="0"/>
              <a:t>Циклы позволяют в зависимости от определенных условий выполнять определенное действие множество раз</a:t>
            </a:r>
            <a:endParaRPr lang="ru-RU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0707002-6A62-439D-BF91-5DF8B9C0E85D}"/>
              </a:ext>
            </a:extLst>
          </p:cNvPr>
          <p:cNvSpPr txBox="1">
            <a:spLocks/>
          </p:cNvSpPr>
          <p:nvPr/>
        </p:nvSpPr>
        <p:spPr>
          <a:xfrm>
            <a:off x="875512" y="2653494"/>
            <a:ext cx="3359976" cy="56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ysClr val="windowText" lastClr="000000"/>
                </a:solidFill>
                <a:latin typeface="Calibri" panose="020F0502020204030204"/>
              </a:rPr>
              <a:t>for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8C88A1-E58F-40A9-AFAB-DB7AABEEF192}"/>
              </a:ext>
            </a:extLst>
          </p:cNvPr>
          <p:cNvSpPr txBox="1">
            <a:spLocks/>
          </p:cNvSpPr>
          <p:nvPr/>
        </p:nvSpPr>
        <p:spPr>
          <a:xfrm>
            <a:off x="8222424" y="2653494"/>
            <a:ext cx="3359976" cy="56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do…while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2D86632-6B38-490E-8474-FC3FB4790783}"/>
              </a:ext>
            </a:extLst>
          </p:cNvPr>
          <p:cNvSpPr txBox="1">
            <a:spLocks/>
          </p:cNvSpPr>
          <p:nvPr/>
        </p:nvSpPr>
        <p:spPr>
          <a:xfrm>
            <a:off x="4548968" y="2653494"/>
            <a:ext cx="3359976" cy="56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4C40838-BB88-49F4-BF99-5BEF6121CA5A}"/>
              </a:ext>
            </a:extLst>
          </p:cNvPr>
          <p:cNvSpPr txBox="1">
            <a:spLocks/>
          </p:cNvSpPr>
          <p:nvPr/>
        </p:nvSpPr>
        <p:spPr>
          <a:xfrm>
            <a:off x="875512" y="3213881"/>
            <a:ext cx="3359976" cy="197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([инициализация счетчика]; [условие]; [изменение счетчика])</a:t>
            </a:r>
          </a:p>
          <a:p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действия</a:t>
            </a:r>
          </a:p>
          <a:p>
            <a:r>
              <a:rPr lang="ru-RU" sz="18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D8D8409-DB0F-47C1-8D92-104B6702F14F}"/>
              </a:ext>
            </a:extLst>
          </p:cNvPr>
          <p:cNvSpPr txBox="1">
            <a:spLocks/>
          </p:cNvSpPr>
          <p:nvPr/>
        </p:nvSpPr>
        <p:spPr>
          <a:xfrm>
            <a:off x="8222424" y="3213881"/>
            <a:ext cx="3359976" cy="1647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  // действия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[условие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98F57B4-0E71-4009-83E1-66587F3B0DC2}"/>
              </a:ext>
            </a:extLst>
          </p:cNvPr>
          <p:cNvSpPr txBox="1">
            <a:spLocks/>
          </p:cNvSpPr>
          <p:nvPr/>
        </p:nvSpPr>
        <p:spPr>
          <a:xfrm>
            <a:off x="4548968" y="3213881"/>
            <a:ext cx="3359976" cy="1647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[условие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  // действия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4B1721-368A-455E-A2D8-7BC2DD223F34}"/>
              </a:ext>
            </a:extLst>
          </p:cNvPr>
          <p:cNvSpPr txBox="1"/>
          <p:nvPr/>
        </p:nvSpPr>
        <p:spPr>
          <a:xfrm>
            <a:off x="795930" y="5423584"/>
            <a:ext cx="11041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25000"/>
                  </a:schemeClr>
                </a:solidFill>
                <a:effectLst/>
                <a:uLnTx/>
                <a:uFillTx/>
              </a:rPr>
              <a:t>Оператор </a:t>
            </a:r>
            <a:r>
              <a:rPr kumimoji="0" lang="ru-RU" sz="1800" i="0" u="none" strike="noStrike" kern="0" cap="none" spc="0" normalizeH="0" baseline="0" noProof="0" dirty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25000"/>
                  </a:schemeClr>
                </a:solidFill>
                <a:effectLst/>
                <a:uLnTx/>
                <a:uFillTx/>
              </a:rPr>
              <a:t> позволяет выйти из цикла в любой его момент, даже если цикл не закончил свою работу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25000"/>
                </a:schemeClr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i="0" u="none" strike="noStrike" kern="0" cap="none" spc="0" normalizeH="0" baseline="0" noProof="0" dirty="0">
                <a:ln>
                  <a:noFill/>
                </a:ln>
                <a:solidFill>
                  <a:srgbClr val="010203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25000"/>
                  </a:schemeClr>
                </a:solidFill>
                <a:effectLst/>
                <a:uLnTx/>
                <a:uFillTx/>
              </a:rPr>
              <a:t> позволяет опустить участок кода и вернуться к управляющему условию цикла</a:t>
            </a:r>
          </a:p>
        </p:txBody>
      </p:sp>
    </p:spTree>
    <p:extLst>
      <p:ext uri="{BB962C8B-B14F-4D97-AF65-F5344CB8AC3E}">
        <p14:creationId xmlns:p14="http://schemas.microsoft.com/office/powerpoint/2010/main" val="2265554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5D5-701C-45E4-ADA0-41E75C13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9C71A-D6AD-43FB-9C44-1CC610768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/>
              <a:t>Что будет на экране в результате работы цикла?</a:t>
            </a:r>
            <a:endParaRPr lang="nn-NO" dirty="0"/>
          </a:p>
          <a:p>
            <a:pPr>
              <a:spcBef>
                <a:spcPts val="600"/>
              </a:spcBef>
            </a:pP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for (int i = 1; i &lt;= 10; i++) {</a:t>
            </a:r>
            <a:b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   System.out.println(i);</a:t>
            </a:r>
            <a:b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100; </a:t>
            </a:r>
            <a:r>
              <a:rPr lang="en-US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b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</a:t>
            </a:r>
            <a:r>
              <a:rPr lang="en-US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2 == 0) {</a:t>
            </a:r>
            <a:b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solidFill>
                <a:schemeClr val="accent4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 {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 *=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(f);</a:t>
            </a:r>
          </a:p>
        </p:txBody>
      </p:sp>
    </p:spTree>
    <p:extLst>
      <p:ext uri="{BB962C8B-B14F-4D97-AF65-F5344CB8AC3E}">
        <p14:creationId xmlns:p14="http://schemas.microsoft.com/office/powerpoint/2010/main" val="47201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4B8D-1C18-4815-A5C4-E2CFE253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</p:spTree>
    <p:extLst>
      <p:ext uri="{BB962C8B-B14F-4D97-AF65-F5344CB8AC3E}">
        <p14:creationId xmlns:p14="http://schemas.microsoft.com/office/powerpoint/2010/main" val="1086755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D897-18F8-41A0-BAD5-5E72B19D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Массив представляет набор однотипных значений.</a:t>
            </a:r>
          </a:p>
          <a:p>
            <a:r>
              <a:rPr lang="ru-RU" dirty="0"/>
              <a:t>Объявление массива:</a:t>
            </a:r>
          </a:p>
          <a:p>
            <a:endParaRPr lang="ru-RU" dirty="0"/>
          </a:p>
          <a:p>
            <a:r>
              <a:rPr lang="ru-RU" dirty="0"/>
              <a:t>Создание массива:</a:t>
            </a:r>
          </a:p>
          <a:p>
            <a:endParaRPr lang="ru-RU" dirty="0"/>
          </a:p>
          <a:p>
            <a:r>
              <a:rPr lang="ru-RU" dirty="0"/>
              <a:t>При подобной инициализации все элементы массива имеют значение по умолчанию.</a:t>
            </a:r>
          </a:p>
          <a:p>
            <a:r>
              <a:rPr lang="ru-RU" dirty="0"/>
              <a:t>Можно задать конкретные значения для элементов массива при его создании.</a:t>
            </a:r>
          </a:p>
          <a:p>
            <a:endParaRPr lang="ru-RU" dirty="0"/>
          </a:p>
          <a:p>
            <a:r>
              <a:rPr lang="ru-RU" dirty="0"/>
              <a:t>После создания массива можно обратиться к любому его элементу по индексу.</a:t>
            </a:r>
          </a:p>
          <a:p>
            <a:r>
              <a:rPr lang="ru-RU" dirty="0"/>
              <a:t> Индексация элементов массива начинается с 0.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t="8850" r="65805" b="88246"/>
          <a:stretch/>
        </p:blipFill>
        <p:spPr>
          <a:xfrm>
            <a:off x="1933368" y="2631528"/>
            <a:ext cx="6253537" cy="287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t="8850" r="65679" b="88229"/>
          <a:stretch/>
        </p:blipFill>
        <p:spPr>
          <a:xfrm>
            <a:off x="1933368" y="3346263"/>
            <a:ext cx="6276575" cy="289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t="8794" r="65841" b="88524"/>
          <a:stretch/>
        </p:blipFill>
        <p:spPr>
          <a:xfrm>
            <a:off x="1933368" y="4710609"/>
            <a:ext cx="6246948" cy="2657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07068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4032-EEB1-44BE-89C8-E204AD92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массивы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D321-6BE8-48A9-8979-4186A112B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90"/>
            <a:ext cx="10972800" cy="10096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Массив, элементами которого являются другие массивы, то есть массив массивов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4C742-2681-401B-B649-B623BCF429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609600" y="3014662"/>
            <a:ext cx="10641821" cy="609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352644-3941-4D5B-9284-166542745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696" y="4100614"/>
            <a:ext cx="5621628" cy="1971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7362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4243-3B0E-4591-9566-932BE460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2AF18-6490-4376-A4A7-DC9001419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Реализовать и заполнить значениями пятимерный массив;</a:t>
            </a:r>
          </a:p>
          <a:p>
            <a:r>
              <a:rPr lang="ru-RU" dirty="0"/>
              <a:t>Заполнить одномерный массив целыми случайными значениями (10 000 элементов);</a:t>
            </a:r>
          </a:p>
          <a:p>
            <a:r>
              <a:rPr lang="ru-RU" dirty="0"/>
              <a:t>Выполнить сортировку массива, без использования метода </a:t>
            </a:r>
            <a:r>
              <a:rPr lang="ru-RU" dirty="0" err="1"/>
              <a:t>sort</a:t>
            </a:r>
            <a:r>
              <a:rPr lang="ru-RU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143243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021E-B86E-4EDB-AB3D-2A0DA2FC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массивов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593BC-06AB-4D4F-AB08-EC9249825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90"/>
            <a:ext cx="10972800" cy="4052898"/>
          </a:xfrm>
        </p:spPr>
        <p:txBody>
          <a:bodyPr>
            <a:normAutofit fontScale="40000" lnSpcReduction="20000"/>
          </a:bodyPr>
          <a:lstStyle/>
          <a:p>
            <a:r>
              <a:rPr lang="ru-RU" sz="4500" dirty="0"/>
              <a:t>Свойство </a:t>
            </a:r>
            <a:r>
              <a:rPr lang="ru-RU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ru-RU" sz="4500" dirty="0"/>
              <a:t>, возвращающее длину массива, то есть количество его элементов.</a:t>
            </a:r>
          </a:p>
          <a:p>
            <a:r>
              <a:rPr lang="ru-RU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ru-RU" sz="4500" dirty="0"/>
              <a:t> - специальная версия цикла </a:t>
            </a:r>
            <a:r>
              <a:rPr lang="ru-RU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4500" dirty="0"/>
              <a:t> предназначена для перебора элементов в наборах элементов, например, в массивах и коллекциях.</a:t>
            </a:r>
            <a:endParaRPr lang="en-US" sz="4500" dirty="0"/>
          </a:p>
          <a:p>
            <a:endParaRPr lang="en-US" sz="4500" dirty="0"/>
          </a:p>
          <a:p>
            <a:endParaRPr lang="ru-RU" sz="4500" dirty="0"/>
          </a:p>
          <a:p>
            <a:r>
              <a:rPr lang="ru-RU" sz="4500" spc="-1" dirty="0">
                <a:solidFill>
                  <a:srgbClr val="244061"/>
                </a:solidFill>
                <a:ea typeface="DejaVu Sans"/>
              </a:rPr>
              <a:t>Большая часть методов работы с массивами определена в специальном классе  </a:t>
            </a:r>
            <a:r>
              <a:rPr lang="en-US" sz="4500" spc="-1" dirty="0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Arrays</a:t>
            </a:r>
            <a:r>
              <a:rPr lang="en-US" sz="4500" spc="-1" dirty="0">
                <a:solidFill>
                  <a:srgbClr val="244061"/>
                </a:solidFill>
                <a:ea typeface="DejaVu Sans"/>
              </a:rPr>
              <a:t> </a:t>
            </a:r>
            <a:r>
              <a:rPr lang="ru-RU" sz="4500" spc="-1" dirty="0">
                <a:solidFill>
                  <a:srgbClr val="244061"/>
                </a:solidFill>
                <a:ea typeface="DejaVu Sans"/>
              </a:rPr>
              <a:t>пакета </a:t>
            </a:r>
            <a:r>
              <a:rPr lang="en-US" sz="4500" spc="-1" dirty="0" err="1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java.util</a:t>
            </a:r>
            <a:r>
              <a:rPr lang="en-US" sz="4500" spc="-1" dirty="0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endParaRPr lang="en-US" sz="4500" dirty="0">
              <a:solidFill>
                <a:srgbClr val="01020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[]b=</a:t>
            </a:r>
            <a:r>
              <a:rPr lang="en-US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Arrays.copyOf</a:t>
            </a:r>
            <a:r>
              <a:rPr lang="en-US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([]a, int </a:t>
            </a:r>
            <a:r>
              <a:rPr lang="en-US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newLength</a:t>
            </a:r>
            <a:r>
              <a:rPr lang="en-US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4500" dirty="0"/>
              <a:t>- </a:t>
            </a:r>
            <a:r>
              <a:rPr lang="ru-RU" sz="4500" dirty="0"/>
              <a:t>копирование массива</a:t>
            </a:r>
            <a:endParaRPr lang="en-US" sz="4500" dirty="0"/>
          </a:p>
          <a:p>
            <a:pPr lvl="1"/>
            <a:r>
              <a:rPr lang="ru-RU" sz="4500" spc="-1" dirty="0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[]</a:t>
            </a:r>
            <a:r>
              <a:rPr lang="en-US" sz="4500" spc="-1" dirty="0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b=</a:t>
            </a:r>
            <a:r>
              <a:rPr lang="en-US" sz="4500" spc="-1" dirty="0" err="1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Arrays.copyOfRange</a:t>
            </a:r>
            <a:r>
              <a:rPr lang="en-US" sz="4500" spc="-1" dirty="0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([]a, int index1, int index2)</a:t>
            </a:r>
            <a:r>
              <a:rPr lang="en-US" sz="4500" spc="-1" dirty="0">
                <a:solidFill>
                  <a:srgbClr val="244061"/>
                </a:solidFill>
                <a:ea typeface="DejaVu Sans"/>
              </a:rPr>
              <a:t> - </a:t>
            </a:r>
            <a:r>
              <a:rPr lang="ru-RU" sz="4500" spc="-1" dirty="0">
                <a:solidFill>
                  <a:srgbClr val="244061"/>
                </a:solidFill>
                <a:ea typeface="DejaVu Sans"/>
              </a:rPr>
              <a:t>копирование части массива</a:t>
            </a:r>
            <a:endParaRPr lang="en-US" sz="4500" spc="-1" dirty="0">
              <a:solidFill>
                <a:srgbClr val="244061"/>
              </a:solidFill>
              <a:ea typeface="DejaVu Sans"/>
            </a:endParaRPr>
          </a:p>
          <a:p>
            <a:pPr lvl="1"/>
            <a:r>
              <a:rPr lang="en-US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Arrays.sort</a:t>
            </a:r>
            <a:r>
              <a:rPr lang="en-US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500" spc="-1" dirty="0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([]a</a:t>
            </a:r>
            <a:r>
              <a:rPr lang="en-US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4500" dirty="0"/>
              <a:t> – </a:t>
            </a:r>
            <a:r>
              <a:rPr lang="ru-RU" sz="4500" dirty="0"/>
              <a:t>сортировка массива</a:t>
            </a:r>
          </a:p>
          <a:p>
            <a:pPr lvl="1"/>
            <a:r>
              <a:rPr lang="en-US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Arrays.equals</a:t>
            </a:r>
            <a:r>
              <a:rPr lang="en-US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([]a, []b)</a:t>
            </a:r>
            <a:r>
              <a:rPr lang="en-US" sz="4500" dirty="0"/>
              <a:t> – </a:t>
            </a:r>
            <a:r>
              <a:rPr lang="ru-RU" sz="4500" dirty="0"/>
              <a:t>сравнение содержимого массивов</a:t>
            </a:r>
          </a:p>
          <a:p>
            <a:pPr lvl="1"/>
            <a:r>
              <a:rPr lang="en-US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Arrays.toString</a:t>
            </a:r>
            <a:r>
              <a:rPr lang="en-US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([]a) </a:t>
            </a:r>
            <a:r>
              <a:rPr lang="en-US" sz="4500" dirty="0"/>
              <a:t>– </a:t>
            </a:r>
            <a:r>
              <a:rPr lang="ru-RU" sz="4500" dirty="0"/>
              <a:t>представляет последовательность элементов массива</a:t>
            </a:r>
            <a:r>
              <a:rPr lang="en-US" sz="4500" dirty="0"/>
              <a:t> </a:t>
            </a:r>
            <a:r>
              <a:rPr lang="ru-RU" sz="4500" dirty="0"/>
              <a:t>строкой</a:t>
            </a:r>
            <a:r>
              <a:rPr lang="en-US" sz="4500" dirty="0"/>
              <a:t> </a:t>
            </a:r>
            <a:endParaRPr lang="ru-RU" sz="4500" dirty="0"/>
          </a:p>
          <a:p>
            <a:pPr lvl="1"/>
            <a:r>
              <a:rPr lang="en-US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Arrays.deepToString</a:t>
            </a:r>
            <a:r>
              <a:rPr lang="en-US" sz="4500" spc="-1" dirty="0">
                <a:solidFill>
                  <a:srgbClr val="010203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([]a</a:t>
            </a:r>
            <a:r>
              <a:rPr lang="ru-RU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4500" dirty="0"/>
              <a:t> и </a:t>
            </a:r>
            <a:r>
              <a:rPr lang="en-US" sz="4500" dirty="0" err="1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Arrays.deepEquals</a:t>
            </a:r>
            <a:r>
              <a:rPr lang="en-US" sz="4500" dirty="0">
                <a:solidFill>
                  <a:srgbClr val="01020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([]a, []b)</a:t>
            </a:r>
            <a:r>
              <a:rPr lang="en-US" sz="4500" dirty="0"/>
              <a:t> </a:t>
            </a:r>
            <a:r>
              <a:rPr lang="ru-RU" sz="4500" dirty="0"/>
              <a:t>- сравнения двумерных массивов и их вывода на консоль </a:t>
            </a:r>
          </a:p>
          <a:p>
            <a:pPr lvl="1"/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DE3A1A-50DD-4E2C-9319-1F29AF4E8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944" y="2430385"/>
            <a:ext cx="6828112" cy="12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68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A13B-0DC3-457C-92FA-AD7A2AF3D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F08F-1CB8-470D-A976-D87E55C11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90"/>
            <a:ext cx="10972800" cy="212408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Крестики-нолики. </a:t>
            </a:r>
          </a:p>
          <a:p>
            <a:pPr marL="0" indent="0">
              <a:buNone/>
            </a:pPr>
            <a:r>
              <a:rPr lang="ru-RU" dirty="0"/>
              <a:t>Задайте поле 3х3, создайте двух игроков, которые ходят поочередно. Изначально поле пустое, и в каждое из пустых полей первый игрок может ставить крестик, а второй нолик. Выигрывает тот, кто первым соберёт три крестика или три нолика расположенных в одну строку, один столбец или по диагонали.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5B97B3-0FA9-4D9D-BA4A-882EE20E2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678525"/>
              </p:ext>
            </p:extLst>
          </p:nvPr>
        </p:nvGraphicFramePr>
        <p:xfrm>
          <a:off x="912114" y="4124327"/>
          <a:ext cx="1958580" cy="14112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2860">
                  <a:extLst>
                    <a:ext uri="{9D8B030D-6E8A-4147-A177-3AD203B41FA5}">
                      <a16:colId xmlns:a16="http://schemas.microsoft.com/office/drawing/2014/main" val="2128532251"/>
                    </a:ext>
                  </a:extLst>
                </a:gridCol>
                <a:gridCol w="652860">
                  <a:extLst>
                    <a:ext uri="{9D8B030D-6E8A-4147-A177-3AD203B41FA5}">
                      <a16:colId xmlns:a16="http://schemas.microsoft.com/office/drawing/2014/main" val="2109094936"/>
                    </a:ext>
                  </a:extLst>
                </a:gridCol>
                <a:gridCol w="652860">
                  <a:extLst>
                    <a:ext uri="{9D8B030D-6E8A-4147-A177-3AD203B41FA5}">
                      <a16:colId xmlns:a16="http://schemas.microsoft.com/office/drawing/2014/main" val="1468068850"/>
                    </a:ext>
                  </a:extLst>
                </a:gridCol>
              </a:tblGrid>
              <a:tr h="47043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653946"/>
                  </a:ext>
                </a:extLst>
              </a:tr>
              <a:tr h="47043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001691"/>
                  </a:ext>
                </a:extLst>
              </a:tr>
              <a:tr h="470432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798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89BDBB-D716-4E4F-BE87-C728AC66702A}"/>
              </a:ext>
            </a:extLst>
          </p:cNvPr>
          <p:cNvSpPr txBox="1"/>
          <p:nvPr/>
        </p:nvSpPr>
        <p:spPr>
          <a:xfrm>
            <a:off x="3946240" y="4028410"/>
            <a:ext cx="6886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Выигрышные комбинации:</a:t>
            </a:r>
          </a:p>
          <a:p>
            <a:r>
              <a:rPr lang="en-US" dirty="0"/>
              <a:t>0-1-2, 3-4-5, 6-7-8,</a:t>
            </a:r>
          </a:p>
          <a:p>
            <a:r>
              <a:rPr lang="en-US" dirty="0"/>
              <a:t>0-3-6, 1-4-7, 2-5-8</a:t>
            </a:r>
          </a:p>
          <a:p>
            <a:r>
              <a:rPr lang="en-US" dirty="0"/>
              <a:t>0-4-8, 2-4-6</a:t>
            </a:r>
          </a:p>
          <a:p>
            <a:endParaRPr lang="en-US" dirty="0"/>
          </a:p>
          <a:p>
            <a:r>
              <a:rPr lang="ru-RU" dirty="0"/>
              <a:t>Проверяем строку </a:t>
            </a:r>
            <a:r>
              <a:rPr lang="en-US" dirty="0"/>
              <a:t>n – n%3</a:t>
            </a:r>
          </a:p>
          <a:p>
            <a:r>
              <a:rPr lang="ru-RU" dirty="0"/>
              <a:t>Проверяем столбец </a:t>
            </a:r>
            <a:r>
              <a:rPr lang="en-US" dirty="0"/>
              <a:t>n%3</a:t>
            </a:r>
          </a:p>
          <a:p>
            <a:r>
              <a:rPr lang="ru-RU" dirty="0"/>
              <a:t>Проверяем диагональ </a:t>
            </a:r>
            <a:r>
              <a:rPr lang="en-US" dirty="0"/>
              <a:t>n%2 != 0, n%4 == 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7452414"/>
      </p:ext>
    </p:extLst>
  </p:cSld>
  <p:clrMapOvr>
    <a:masterClrMapping/>
  </p:clrMapOvr>
</p:sld>
</file>

<file path=ppt/theme/theme1.xml><?xml version="1.0" encoding="utf-8"?>
<a:theme xmlns:a="http://schemas.openxmlformats.org/drawingml/2006/main" name="GIS_them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IS_theme" id="{4ABA2DA3-FC12-4F6D-A63F-F49808B2745D}" vid="{ED545FA1-F0DD-4A91-AB56-FB9C25E1D6C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d2655081-a077-4fd9-949e-2f5d59e70d7a" Revision="1" Stencil="System.MyShapes" StencilVersion="1.0"/>
</Control>
</file>

<file path=customXml/itemProps1.xml><?xml version="1.0" encoding="utf-8"?>
<ds:datastoreItem xmlns:ds="http://schemas.openxmlformats.org/officeDocument/2006/customXml" ds:itemID="{F55705B9-9ED4-469A-A231-549B6E50306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37859</TotalTime>
  <Words>5265</Words>
  <Application>Microsoft Office PowerPoint</Application>
  <PresentationFormat>Widescreen</PresentationFormat>
  <Paragraphs>521</Paragraphs>
  <Slides>36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Courier New</vt:lpstr>
      <vt:lpstr>DejaVu Sans</vt:lpstr>
      <vt:lpstr>Wingdings</vt:lpstr>
      <vt:lpstr>GIS_theme</vt:lpstr>
      <vt:lpstr>Программирование на Java</vt:lpstr>
      <vt:lpstr>Что есть Java? </vt:lpstr>
      <vt:lpstr>Причины появления Java</vt:lpstr>
      <vt:lpstr>Особенности Java</vt:lpstr>
      <vt:lpstr>Установка Java</vt:lpstr>
      <vt:lpstr>Сборщик мусора</vt:lpstr>
      <vt:lpstr>ООП</vt:lpstr>
      <vt:lpstr>Объект Java</vt:lpstr>
      <vt:lpstr>Структура программы Javа</vt:lpstr>
      <vt:lpstr>Правила именования</vt:lpstr>
      <vt:lpstr>лексика java</vt:lpstr>
      <vt:lpstr>Комментарии</vt:lpstr>
      <vt:lpstr>Составляющие кода</vt:lpstr>
      <vt:lpstr>Идентификаторы</vt:lpstr>
      <vt:lpstr>Служебные слова</vt:lpstr>
      <vt:lpstr>Типы данных</vt:lpstr>
      <vt:lpstr>Ссылочные типы</vt:lpstr>
      <vt:lpstr>Примитивные типы данных</vt:lpstr>
      <vt:lpstr>Литералы</vt:lpstr>
      <vt:lpstr>Переменные</vt:lpstr>
      <vt:lpstr>Константы</vt:lpstr>
      <vt:lpstr>ОперАции</vt:lpstr>
      <vt:lpstr>Арифмитические операции</vt:lpstr>
      <vt:lpstr>Условные выражения </vt:lpstr>
      <vt:lpstr>Приоритеты операций</vt:lpstr>
      <vt:lpstr>Задание</vt:lpstr>
      <vt:lpstr>Условные конструкции</vt:lpstr>
      <vt:lpstr>Задание</vt:lpstr>
      <vt:lpstr>Циклы</vt:lpstr>
      <vt:lpstr>Задание</vt:lpstr>
      <vt:lpstr>Массивы</vt:lpstr>
      <vt:lpstr>Массивы</vt:lpstr>
      <vt:lpstr>Многомерные массивы</vt:lpstr>
      <vt:lpstr>Задание</vt:lpstr>
      <vt:lpstr>Методы массивов</vt:lpstr>
      <vt:lpstr>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Filinskikh, Yulia</dc:creator>
  <cp:lastModifiedBy>Yulia Filinskikh</cp:lastModifiedBy>
  <cp:revision>128</cp:revision>
  <dcterms:created xsi:type="dcterms:W3CDTF">2019-02-08T07:13:25Z</dcterms:created>
  <dcterms:modified xsi:type="dcterms:W3CDTF">2025-07-15T22:02:06Z</dcterms:modified>
</cp:coreProperties>
</file>