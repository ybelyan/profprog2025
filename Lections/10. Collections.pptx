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2"/>
    <p:sldMasterId id="2147483721" r:id="rId3"/>
    <p:sldMasterId id="2147483738" r:id="rId4"/>
  </p:sldMasterIdLst>
  <p:notesMasterIdLst>
    <p:notesMasterId r:id="rId50"/>
  </p:notesMasterIdLst>
  <p:handoutMasterIdLst>
    <p:handoutMasterId r:id="rId51"/>
  </p:handoutMasterIdLst>
  <p:sldIdLst>
    <p:sldId id="257" r:id="rId5"/>
    <p:sldId id="300" r:id="rId6"/>
    <p:sldId id="301" r:id="rId7"/>
    <p:sldId id="258" r:id="rId8"/>
    <p:sldId id="302" r:id="rId9"/>
    <p:sldId id="303" r:id="rId10"/>
    <p:sldId id="260" r:id="rId11"/>
    <p:sldId id="275" r:id="rId12"/>
    <p:sldId id="272" r:id="rId13"/>
    <p:sldId id="261" r:id="rId14"/>
    <p:sldId id="279" r:id="rId15"/>
    <p:sldId id="278" r:id="rId16"/>
    <p:sldId id="280" r:id="rId17"/>
    <p:sldId id="281" r:id="rId18"/>
    <p:sldId id="276" r:id="rId19"/>
    <p:sldId id="287" r:id="rId20"/>
    <p:sldId id="288" r:id="rId21"/>
    <p:sldId id="263" r:id="rId22"/>
    <p:sldId id="262" r:id="rId23"/>
    <p:sldId id="283" r:id="rId24"/>
    <p:sldId id="284" r:id="rId25"/>
    <p:sldId id="282" r:id="rId26"/>
    <p:sldId id="264" r:id="rId27"/>
    <p:sldId id="286" r:id="rId28"/>
    <p:sldId id="285" r:id="rId29"/>
    <p:sldId id="265" r:id="rId30"/>
    <p:sldId id="289" r:id="rId31"/>
    <p:sldId id="290" r:id="rId32"/>
    <p:sldId id="267" r:id="rId33"/>
    <p:sldId id="291" r:id="rId34"/>
    <p:sldId id="292" r:id="rId35"/>
    <p:sldId id="270" r:id="rId36"/>
    <p:sldId id="273" r:id="rId37"/>
    <p:sldId id="306" r:id="rId38"/>
    <p:sldId id="269" r:id="rId39"/>
    <p:sldId id="296" r:id="rId40"/>
    <p:sldId id="295" r:id="rId41"/>
    <p:sldId id="298" r:id="rId42"/>
    <p:sldId id="266" r:id="rId43"/>
    <p:sldId id="271" r:id="rId44"/>
    <p:sldId id="274" r:id="rId45"/>
    <p:sldId id="305" r:id="rId46"/>
    <p:sldId id="304" r:id="rId47"/>
    <p:sldId id="308" r:id="rId48"/>
    <p:sldId id="307" r:id="rId4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linskikh, Yulia" initials="FY"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4FBD"/>
    <a:srgbClr val="FF6600"/>
    <a:srgbClr val="006CB7"/>
    <a:srgbClr val="80C342"/>
    <a:srgbClr val="EE3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74152" autoAdjust="0"/>
  </p:normalViewPr>
  <p:slideViewPr>
    <p:cSldViewPr snapToGrid="0">
      <p:cViewPr varScale="1">
        <p:scale>
          <a:sx n="78" d="100"/>
          <a:sy n="78" d="100"/>
        </p:scale>
        <p:origin x="1092" y="9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57" d="100"/>
          <a:sy n="57" d="100"/>
        </p:scale>
        <p:origin x="190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1.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 Id="rId4" Type="http://schemas.openxmlformats.org/officeDocument/2006/relationships/slideMaster" Target="slideMasters/slideMaster3.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slideMaster" Target="slideMasters/slideMaster2.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69A499-AB0E-41E7-8F43-0B644843E13C}" type="datetimeFigureOut">
              <a:rPr lang="ru-RU" smtClean="0"/>
              <a:t>26.02.2025</a:t>
            </a:fld>
            <a:endParaRPr lang="ru-RU"/>
          </a:p>
        </p:txBody>
      </p:sp>
      <p:sp>
        <p:nvSpPr>
          <p:cNvPr id="4" name="Нижний колонтитул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C7ACF0-1C88-4F3C-8A42-B66D78E86B2D}" type="slidenum">
              <a:rPr lang="ru-RU" smtClean="0"/>
              <a:t>‹#›</a:t>
            </a:fld>
            <a:endParaRPr lang="ru-RU"/>
          </a:p>
        </p:txBody>
      </p:sp>
    </p:spTree>
    <p:extLst>
      <p:ext uri="{BB962C8B-B14F-4D97-AF65-F5344CB8AC3E}">
        <p14:creationId xmlns:p14="http://schemas.microsoft.com/office/powerpoint/2010/main" val="32131952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DF805E-4D42-4930-AF02-3208323ECEC0}" type="datetimeFigureOut">
              <a:rPr lang="ru-RU" smtClean="0"/>
              <a:t>26.02.2025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03A2D-F27E-469C-ADB1-04668A9E28C3}" type="slidenum">
              <a:rPr lang="ru-RU" smtClean="0"/>
              <a:t>‹#›</a:t>
            </a:fld>
            <a:endParaRPr lang="ru-RU"/>
          </a:p>
        </p:txBody>
      </p:sp>
    </p:spTree>
    <p:extLst>
      <p:ext uri="{BB962C8B-B14F-4D97-AF65-F5344CB8AC3E}">
        <p14:creationId xmlns:p14="http://schemas.microsoft.com/office/powerpoint/2010/main" val="1900985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ru.wikipedia.org/wiki/%D0%91%D1%8B%D1%81%D1%82%D1%80%D0%B0%D1%8F_%D1%81%D0%BE%D1%80%D1%82%D0%B8%D1%80%D0%BE%D0%B2%D0%BA%D0%B0" TargetMode="External"/><Relationship Id="rId2" Type="http://schemas.openxmlformats.org/officeDocument/2006/relationships/slide" Target="../slides/slide34.xml"/><Relationship Id="rId1" Type="http://schemas.openxmlformats.org/officeDocument/2006/relationships/notesMaster" Target="../notesMasters/notesMaster1.xml"/><Relationship Id="rId6" Type="http://schemas.openxmlformats.org/officeDocument/2006/relationships/hyperlink" Target="https://ru.wikipedia.org/wiki/%D0%A3%D1%81%D1%82%D0%BE%D0%B9%D1%87%D0%B8%D0%B2%D0%B0%D1%8F_%D1%81%D0%BE%D1%80%D1%82%D0%B8%D1%80%D0%BE%D0%B2%D0%BA%D0%B0" TargetMode="External"/><Relationship Id="rId5" Type="http://schemas.openxmlformats.org/officeDocument/2006/relationships/hyperlink" Target="https://docs.oracle.com/javase/9/docs/api/java/util/Collections.html#sort-java.util.List-" TargetMode="External"/><Relationship Id="rId4" Type="http://schemas.openxmlformats.org/officeDocument/2006/relationships/hyperlink" Target="https://ru.wikipedia.org/wiki/%D0%A1%D0%BE%D1%80%D1%82%D0%B8%D1%80%D0%BE%D0%B2%D0%BA%D0%B0_%D1%81%D0%BB%D0%B8%D1%8F%D0%BD%D0%B8%D0%B5%D0%BC"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1</a:t>
            </a:fld>
            <a:endParaRPr lang="ru-RU"/>
          </a:p>
        </p:txBody>
      </p:sp>
    </p:spTree>
    <p:extLst>
      <p:ext uri="{BB962C8B-B14F-4D97-AF65-F5344CB8AC3E}">
        <p14:creationId xmlns:p14="http://schemas.microsoft.com/office/powerpoint/2010/main" val="3322520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Для хранения наборов данных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предназначены массивы. Однако их не всегда удобно использовать, прежде всего потому, что они имеют фиксированную длину. Эту проблему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решают коллекции. Однако суть не только в гибких по размеру наборах объектов, но в и том, что классы коллекций реализуют различные алгоритмы и структуры данных, например, такие как стек, очередь, дерево и ряд других.</a:t>
            </a: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a:t>
            </a:fld>
            <a:endParaRPr lang="ru-RU"/>
          </a:p>
        </p:txBody>
      </p:sp>
    </p:spTree>
    <p:extLst>
      <p:ext uri="{BB962C8B-B14F-4D97-AF65-F5344CB8AC3E}">
        <p14:creationId xmlns:p14="http://schemas.microsoft.com/office/powerpoint/2010/main" val="1825783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a:t>
            </a:fld>
            <a:endParaRPr lang="ru-RU"/>
          </a:p>
        </p:txBody>
      </p:sp>
    </p:spTree>
    <p:extLst>
      <p:ext uri="{BB962C8B-B14F-4D97-AF65-F5344CB8AC3E}">
        <p14:creationId xmlns:p14="http://schemas.microsoft.com/office/powerpoint/2010/main" val="276675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1" i="0" kern="1200" dirty="0">
                <a:solidFill>
                  <a:schemeClr val="tx1"/>
                </a:solidFill>
                <a:effectLst/>
                <a:latin typeface="+mn-lt"/>
                <a:ea typeface="+mn-ea"/>
                <a:cs typeface="+mn-cs"/>
              </a:rPr>
              <a:t>Дженерики</a:t>
            </a:r>
            <a:r>
              <a:rPr lang="ru-RU" sz="1200" b="0" i="0" kern="1200" dirty="0">
                <a:solidFill>
                  <a:schemeClr val="tx1"/>
                </a:solidFill>
                <a:effectLst/>
                <a:latin typeface="+mn-lt"/>
                <a:ea typeface="+mn-ea"/>
                <a:cs typeface="+mn-cs"/>
              </a:rPr>
              <a:t> (обобщения) — это особые средства языка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для реализации обобщённого программирования: особого подхода к описанию данных и алгоритмов, позволяющего работать с различными типами данных без изменения их описания.</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4</a:t>
            </a:fld>
            <a:endParaRPr lang="ru-RU"/>
          </a:p>
        </p:txBody>
      </p:sp>
    </p:spTree>
    <p:extLst>
      <p:ext uri="{BB962C8B-B14F-4D97-AF65-F5344CB8AC3E}">
        <p14:creationId xmlns:p14="http://schemas.microsoft.com/office/powerpoint/2010/main" val="33580963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5</a:t>
            </a:fld>
            <a:endParaRPr lang="ru-RU"/>
          </a:p>
        </p:txBody>
      </p:sp>
    </p:spTree>
    <p:extLst>
      <p:ext uri="{BB962C8B-B14F-4D97-AF65-F5344CB8AC3E}">
        <p14:creationId xmlns:p14="http://schemas.microsoft.com/office/powerpoint/2010/main" val="1855648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6</a:t>
            </a:fld>
            <a:endParaRPr lang="ru-RU"/>
          </a:p>
        </p:txBody>
      </p:sp>
    </p:spTree>
    <p:extLst>
      <p:ext uri="{BB962C8B-B14F-4D97-AF65-F5344CB8AC3E}">
        <p14:creationId xmlns:p14="http://schemas.microsoft.com/office/powerpoint/2010/main" val="3292983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00000"/>
              </a:lnSpc>
              <a:spcBef>
                <a:spcPts val="360"/>
              </a:spcBef>
              <a:tabLst>
                <a:tab pos="0" algn="l"/>
              </a:tabLst>
            </a:pPr>
            <a:r>
              <a:rPr lang="ru-RU" sz="1200" b="1" strike="noStrike" spc="-1" dirty="0" err="1">
                <a:solidFill>
                  <a:srgbClr val="244061"/>
                </a:solidFill>
                <a:latin typeface="+mn-lt"/>
              </a:rPr>
              <a:t>Queue</a:t>
            </a:r>
            <a:r>
              <a:rPr lang="ru-RU" sz="1200" b="0" strike="noStrike" spc="-1" dirty="0">
                <a:solidFill>
                  <a:srgbClr val="244061"/>
                </a:solidFill>
                <a:latin typeface="+mn-lt"/>
              </a:rPr>
              <a:t>: наследует интерфейс </a:t>
            </a:r>
            <a:r>
              <a:rPr lang="ru-RU" sz="1200" b="0" strike="noStrike" spc="-1" dirty="0" err="1">
                <a:solidFill>
                  <a:srgbClr val="244061"/>
                </a:solidFill>
                <a:latin typeface="+mn-lt"/>
              </a:rPr>
              <a:t>Collection</a:t>
            </a:r>
            <a:r>
              <a:rPr lang="ru-RU" sz="1200" b="0" strike="noStrike" spc="-1" dirty="0">
                <a:solidFill>
                  <a:srgbClr val="244061"/>
                </a:solidFill>
                <a:latin typeface="+mn-lt"/>
              </a:rPr>
              <a:t> и представляет функционал для структур данных в виде очереди</a:t>
            </a:r>
            <a:endParaRPr lang="ru-RU" sz="1200" b="0" strike="noStrike" spc="-1" dirty="0">
              <a:solidFill>
                <a:srgbClr val="000000"/>
              </a:solidFill>
              <a:latin typeface="Arial"/>
            </a:endParaRPr>
          </a:p>
          <a:p>
            <a:pPr algn="just">
              <a:lnSpc>
                <a:spcPct val="100000"/>
              </a:lnSpc>
              <a:spcBef>
                <a:spcPts val="360"/>
              </a:spcBef>
              <a:tabLst>
                <a:tab pos="0" algn="l"/>
              </a:tabLst>
            </a:pPr>
            <a:r>
              <a:rPr lang="ru-RU" sz="1200" b="1" strike="noStrike" spc="-1" dirty="0" err="1">
                <a:solidFill>
                  <a:srgbClr val="244061"/>
                </a:solidFill>
                <a:latin typeface="+mn-lt"/>
              </a:rPr>
              <a:t>Set</a:t>
            </a:r>
            <a:r>
              <a:rPr lang="ru-RU" sz="1200" b="0" strike="noStrike" spc="-1" dirty="0">
                <a:solidFill>
                  <a:srgbClr val="244061"/>
                </a:solidFill>
                <a:latin typeface="+mn-lt"/>
              </a:rPr>
              <a:t>: используется для хранения множеств уникальных объектов</a:t>
            </a:r>
            <a:endParaRPr lang="ru-RU" sz="1200" b="0" strike="noStrike" spc="-1" dirty="0">
              <a:solidFill>
                <a:srgbClr val="000000"/>
              </a:solidFill>
              <a:latin typeface="Arial"/>
            </a:endParaRPr>
          </a:p>
          <a:p>
            <a:pPr algn="just">
              <a:lnSpc>
                <a:spcPct val="100000"/>
              </a:lnSpc>
              <a:spcBef>
                <a:spcPts val="360"/>
              </a:spcBef>
              <a:tabLst>
                <a:tab pos="0" algn="l"/>
              </a:tabLst>
            </a:pPr>
            <a:r>
              <a:rPr lang="ru-RU" sz="1200" b="1" strike="noStrike" spc="-1" dirty="0">
                <a:solidFill>
                  <a:srgbClr val="244061"/>
                </a:solidFill>
                <a:latin typeface="+mn-lt"/>
              </a:rPr>
              <a:t>List</a:t>
            </a:r>
            <a:r>
              <a:rPr lang="ru-RU" sz="1200" b="0" strike="noStrike" spc="-1" dirty="0">
                <a:solidFill>
                  <a:srgbClr val="244061"/>
                </a:solidFill>
                <a:latin typeface="+mn-lt"/>
              </a:rPr>
              <a:t>: представляет функциональность простых списков</a:t>
            </a:r>
            <a:endParaRPr lang="ru-RU" sz="1200" b="0" strike="noStrike" spc="-1" dirty="0">
              <a:solidFill>
                <a:srgbClr val="000000"/>
              </a:solidFill>
              <a:latin typeface="Arial"/>
            </a:endParaRPr>
          </a:p>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7</a:t>
            </a:fld>
            <a:endParaRPr lang="ru-RU"/>
          </a:p>
        </p:txBody>
      </p:sp>
    </p:spTree>
    <p:extLst>
      <p:ext uri="{BB962C8B-B14F-4D97-AF65-F5344CB8AC3E}">
        <p14:creationId xmlns:p14="http://schemas.microsoft.com/office/powerpoint/2010/main" val="32819229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strike="noStrike" spc="-1" dirty="0">
                <a:solidFill>
                  <a:srgbClr val="244061"/>
                </a:solidFill>
                <a:latin typeface="+mn-lt"/>
              </a:rPr>
              <a:t>Все эти и остальные методы, которые имеются в интерфейсе </a:t>
            </a:r>
            <a:r>
              <a:rPr lang="ru-RU" sz="1200" b="0" strike="noStrike" spc="-1" dirty="0" err="1">
                <a:solidFill>
                  <a:srgbClr val="244061"/>
                </a:solidFill>
                <a:latin typeface="+mn-lt"/>
              </a:rPr>
              <a:t>Collection</a:t>
            </a:r>
            <a:r>
              <a:rPr lang="ru-RU" sz="1200" b="0" strike="noStrike" spc="-1" dirty="0">
                <a:solidFill>
                  <a:srgbClr val="244061"/>
                </a:solidFill>
                <a:latin typeface="+mn-lt"/>
              </a:rPr>
              <a:t>, реализуются всеми коллекциями, поэтому в целом общие принципы работы с коллекциями будут одни и те же. Единообразный интерфейс упрощает понимание и работу с различными типами коллекций. Так, добавление элемента будет производиться с помощью метода </a:t>
            </a:r>
            <a:r>
              <a:rPr lang="ru-RU" sz="1200" b="0" strike="noStrike" spc="-1" dirty="0" err="1">
                <a:solidFill>
                  <a:srgbClr val="244061"/>
                </a:solidFill>
                <a:latin typeface="+mn-lt"/>
              </a:rPr>
              <a:t>add</a:t>
            </a:r>
            <a:r>
              <a:rPr lang="ru-RU" sz="1200" b="0" strike="noStrike" spc="-1" dirty="0">
                <a:solidFill>
                  <a:srgbClr val="244061"/>
                </a:solidFill>
                <a:latin typeface="+mn-lt"/>
              </a:rPr>
              <a:t>, который принимает добавляемый элемент в качестве параметра. Для удаления вызывается метод </a:t>
            </a:r>
            <a:r>
              <a:rPr lang="ru-RU" sz="1200" b="0" strike="noStrike" spc="-1" dirty="0" err="1">
                <a:solidFill>
                  <a:srgbClr val="244061"/>
                </a:solidFill>
                <a:latin typeface="+mn-lt"/>
              </a:rPr>
              <a:t>remove</a:t>
            </a:r>
            <a:r>
              <a:rPr lang="ru-RU" sz="1200" b="0" strike="noStrike" spc="-1" dirty="0">
                <a:solidFill>
                  <a:srgbClr val="244061"/>
                </a:solidFill>
                <a:latin typeface="+mn-lt"/>
              </a:rPr>
              <a:t>(). Метод </a:t>
            </a:r>
            <a:r>
              <a:rPr lang="ru-RU" sz="1200" b="0" strike="noStrike" spc="-1" dirty="0" err="1">
                <a:solidFill>
                  <a:srgbClr val="244061"/>
                </a:solidFill>
                <a:latin typeface="+mn-lt"/>
              </a:rPr>
              <a:t>clear</a:t>
            </a:r>
            <a:r>
              <a:rPr lang="ru-RU" sz="1200" b="0" strike="noStrike" spc="-1" dirty="0">
                <a:solidFill>
                  <a:srgbClr val="244061"/>
                </a:solidFill>
                <a:latin typeface="+mn-lt"/>
              </a:rPr>
              <a:t> будет очищать коллекцию, а метод </a:t>
            </a:r>
            <a:r>
              <a:rPr lang="ru-RU" sz="1200" b="0" strike="noStrike" spc="-1" dirty="0" err="1">
                <a:solidFill>
                  <a:srgbClr val="244061"/>
                </a:solidFill>
                <a:latin typeface="+mn-lt"/>
              </a:rPr>
              <a:t>size</a:t>
            </a:r>
            <a:r>
              <a:rPr lang="ru-RU" sz="1200" b="0" strike="noStrike" spc="-1" dirty="0">
                <a:solidFill>
                  <a:srgbClr val="244061"/>
                </a:solidFill>
                <a:latin typeface="+mn-lt"/>
              </a:rPr>
              <a:t> возвращать количество элементов в коллекции.</a:t>
            </a:r>
            <a:endParaRPr lang="ru-RU" sz="1200" b="0" strike="noStrike" spc="-1" dirty="0">
              <a:solidFill>
                <a:srgbClr val="000000"/>
              </a:solidFill>
              <a:latin typeface="Arial"/>
            </a:endParaRPr>
          </a:p>
        </p:txBody>
      </p:sp>
      <p:sp>
        <p:nvSpPr>
          <p:cNvPr id="4" name="Slide Number Placeholder 3"/>
          <p:cNvSpPr>
            <a:spLocks noGrp="1"/>
          </p:cNvSpPr>
          <p:nvPr>
            <p:ph type="sldNum" sz="quarter" idx="10"/>
          </p:nvPr>
        </p:nvSpPr>
        <p:spPr/>
        <p:txBody>
          <a:bodyPr/>
          <a:lstStyle/>
          <a:p>
            <a:fld id="{9C003A2D-F27E-469C-ADB1-04668A9E28C3}" type="slidenum">
              <a:rPr lang="ru-RU" smtClean="0"/>
              <a:t>8</a:t>
            </a:fld>
            <a:endParaRPr lang="ru-RU"/>
          </a:p>
        </p:txBody>
      </p:sp>
    </p:spTree>
    <p:extLst>
      <p:ext uri="{BB962C8B-B14F-4D97-AF65-F5344CB8AC3E}">
        <p14:creationId xmlns:p14="http://schemas.microsoft.com/office/powerpoint/2010/main" val="2439893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10</a:t>
            </a:fld>
            <a:endParaRPr lang="ru-RU"/>
          </a:p>
        </p:txBody>
      </p:sp>
    </p:spTree>
    <p:extLst>
      <p:ext uri="{BB962C8B-B14F-4D97-AF65-F5344CB8AC3E}">
        <p14:creationId xmlns:p14="http://schemas.microsoft.com/office/powerpoint/2010/main" val="2860604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11</a:t>
            </a:fld>
            <a:endParaRPr lang="ru-RU"/>
          </a:p>
        </p:txBody>
      </p:sp>
    </p:spTree>
    <p:extLst>
      <p:ext uri="{BB962C8B-B14F-4D97-AF65-F5344CB8AC3E}">
        <p14:creationId xmlns:p14="http://schemas.microsoft.com/office/powerpoint/2010/main" val="170827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12</a:t>
            </a:fld>
            <a:endParaRPr lang="ru-RU"/>
          </a:p>
        </p:txBody>
      </p:sp>
    </p:spTree>
    <p:extLst>
      <p:ext uri="{BB962C8B-B14F-4D97-AF65-F5344CB8AC3E}">
        <p14:creationId xmlns:p14="http://schemas.microsoft.com/office/powerpoint/2010/main" val="8793106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Классическое добавление элементов в списочный массив осуществляется с помощью перегруженных вариантов метода </a:t>
            </a:r>
            <a:r>
              <a:rPr lang="ru-RU" dirty="0" err="1"/>
              <a:t>add</a:t>
            </a:r>
            <a:r>
              <a:rPr lang="ru-RU" dirty="0"/>
              <a:t>()</a:t>
            </a:r>
            <a:r>
              <a:rPr lang="ru-RU" sz="1200" b="0" i="0" kern="1200" dirty="0">
                <a:solidFill>
                  <a:schemeClr val="tx1"/>
                </a:solidFill>
                <a:effectLst/>
                <a:latin typeface="+mn-lt"/>
                <a:ea typeface="+mn-ea"/>
                <a:cs typeface="+mn-cs"/>
              </a:rPr>
              <a:t>.</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Старый массив в дальнейшем будет обработан сборщиком мусора.</a:t>
            </a:r>
          </a:p>
          <a:p>
            <a:r>
              <a:rPr lang="ru-RU" sz="1200" b="0" i="0" kern="1200" dirty="0">
                <a:solidFill>
                  <a:schemeClr val="tx1"/>
                </a:solidFill>
                <a:effectLst/>
                <a:latin typeface="+mn-lt"/>
                <a:ea typeface="+mn-ea"/>
                <a:cs typeface="+mn-cs"/>
              </a:rPr>
              <a:t>Изначальное задание емкости ArrayList позволяет снизить подобные перераспределения памяти, тем самым повышая производительность.</a:t>
            </a:r>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13</a:t>
            </a:fld>
            <a:endParaRPr lang="ru-RU"/>
          </a:p>
        </p:txBody>
      </p:sp>
    </p:spTree>
    <p:extLst>
      <p:ext uri="{BB962C8B-B14F-4D97-AF65-F5344CB8AC3E}">
        <p14:creationId xmlns:p14="http://schemas.microsoft.com/office/powerpoint/2010/main" val="38892414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Мы можем указать позицию (индекс) ячейки, в которую мы хотим добавить элемент. Сначала осуществляется проверка корректности указанного значения индекса, так как есть вероятность, что будет указан неверный индекс, который будет указывать на ячейку, где ничего нет, либо которой просто не существует. если указанный индекс больше текущего размера массив или он меньше 0, то выбрасывается исключение </a:t>
            </a:r>
            <a:r>
              <a:rPr lang="ru-RU" dirty="0" err="1"/>
              <a:t>IndexOutOfBoundsException</a:t>
            </a:r>
            <a:r>
              <a:rPr lang="ru-RU" sz="1200" b="0" i="0" kern="1200" dirty="0">
                <a:solidFill>
                  <a:schemeClr val="tx1"/>
                </a:solidFill>
                <a:effectLst/>
                <a:latin typeface="+mn-lt"/>
                <a:ea typeface="+mn-ea"/>
                <a:cs typeface="+mn-cs"/>
              </a:rPr>
              <a:t>. Далее в случае необходимости увеличивается размер массива, аналогично примеру выше. </a:t>
            </a:r>
          </a:p>
          <a:p>
            <a:r>
              <a:rPr lang="ru-RU" sz="1200" b="0" i="0" kern="1200" dirty="0">
                <a:solidFill>
                  <a:schemeClr val="tx1"/>
                </a:solidFill>
                <a:effectLst/>
                <a:latin typeface="+mn-lt"/>
                <a:ea typeface="+mn-ea"/>
                <a:cs typeface="+mn-cs"/>
              </a:rPr>
              <a:t>Вы, наверное, слышали, что при операциях добавления/удаления в массиве что-то куда-то сдвигается (либо вправо, либо влево). </a:t>
            </a:r>
          </a:p>
          <a:p>
            <a:r>
              <a:rPr lang="ru-RU" sz="1200" b="0" i="0" kern="1200" dirty="0">
                <a:solidFill>
                  <a:schemeClr val="tx1"/>
                </a:solidFill>
                <a:effectLst/>
                <a:latin typeface="+mn-lt"/>
                <a:ea typeface="+mn-ea"/>
                <a:cs typeface="+mn-cs"/>
              </a:rPr>
              <a:t>При удалении элементов используется тот же принцип, но размер массива не меняется</a:t>
            </a:r>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14</a:t>
            </a:fld>
            <a:endParaRPr lang="ru-RU"/>
          </a:p>
        </p:txBody>
      </p:sp>
    </p:spTree>
    <p:extLst>
      <p:ext uri="{BB962C8B-B14F-4D97-AF65-F5344CB8AC3E}">
        <p14:creationId xmlns:p14="http://schemas.microsoft.com/office/powerpoint/2010/main" val="10696875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15</a:t>
            </a:fld>
            <a:endParaRPr lang="ru-RU"/>
          </a:p>
        </p:txBody>
      </p:sp>
    </p:spTree>
    <p:extLst>
      <p:ext uri="{BB962C8B-B14F-4D97-AF65-F5344CB8AC3E}">
        <p14:creationId xmlns:p14="http://schemas.microsoft.com/office/powerpoint/2010/main" val="13842250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V</a:t>
            </a:r>
            <a:r>
              <a:rPr lang="ru-RU" sz="1200" b="0" i="0" kern="1200" dirty="0" err="1">
                <a:solidFill>
                  <a:schemeClr val="tx1"/>
                </a:solidFill>
                <a:effectLst/>
                <a:latin typeface="+mn-lt"/>
                <a:ea typeface="+mn-ea"/>
                <a:cs typeface="+mn-cs"/>
              </a:rPr>
              <a:t>ector</a:t>
            </a:r>
            <a:r>
              <a:rPr lang="ru-RU" sz="1200" b="0" i="0" kern="1200" dirty="0">
                <a:solidFill>
                  <a:schemeClr val="tx1"/>
                </a:solidFill>
                <a:effectLst/>
                <a:latin typeface="+mn-lt"/>
                <a:ea typeface="+mn-ea"/>
                <a:cs typeface="+mn-cs"/>
              </a:rPr>
              <a:t> синхронизирован, а ArrayList — нет. Это означает, что </a:t>
            </a:r>
            <a:r>
              <a:rPr lang="ru-RU" sz="1200" b="0" i="0" kern="1200" dirty="0" err="1">
                <a:solidFill>
                  <a:schemeClr val="tx1"/>
                </a:solidFill>
                <a:effectLst/>
                <a:latin typeface="+mn-lt"/>
                <a:ea typeface="+mn-ea"/>
                <a:cs typeface="+mn-cs"/>
              </a:rPr>
              <a:t>Vector</a:t>
            </a:r>
            <a:r>
              <a:rPr lang="ru-RU" sz="1200" b="0" i="0" kern="1200" dirty="0">
                <a:solidFill>
                  <a:schemeClr val="tx1"/>
                </a:solidFill>
                <a:effectLst/>
                <a:latin typeface="+mn-lt"/>
                <a:ea typeface="+mn-ea"/>
                <a:cs typeface="+mn-cs"/>
              </a:rPr>
              <a:t> может быть использован в многопоточных приложениях без дополнительной синхронизации. ArrayList, с другой стороны, более быстрый, так как не тратит ресурсы на синхронизацию, однако его использование в многопоточных приложениях может привести к проблемам.</a:t>
            </a:r>
          </a:p>
          <a:p>
            <a:endParaRPr lang="ru-RU"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Второе важное различие — скорость роста. Когда в ArrayList или </a:t>
            </a:r>
            <a:r>
              <a:rPr lang="ru-RU" sz="1200" b="0" i="0" kern="1200" dirty="0" err="1">
                <a:solidFill>
                  <a:schemeClr val="tx1"/>
                </a:solidFill>
                <a:effectLst/>
                <a:latin typeface="+mn-lt"/>
                <a:ea typeface="+mn-ea"/>
                <a:cs typeface="+mn-cs"/>
              </a:rPr>
              <a:t>Vector</a:t>
            </a:r>
            <a:r>
              <a:rPr lang="ru-RU" sz="1200" b="0" i="0" kern="1200" dirty="0">
                <a:solidFill>
                  <a:schemeClr val="tx1"/>
                </a:solidFill>
                <a:effectLst/>
                <a:latin typeface="+mn-lt"/>
                <a:ea typeface="+mn-ea"/>
                <a:cs typeface="+mn-cs"/>
              </a:rPr>
              <a:t> добавляется элемент и текущий размер структуры данных исчерпан, происходит расширение массива. У ArrayList новый массив будет на 50% больше исходного, а у </a:t>
            </a:r>
            <a:r>
              <a:rPr lang="ru-RU" sz="1200" b="0" i="0" kern="1200" dirty="0" err="1">
                <a:solidFill>
                  <a:schemeClr val="tx1"/>
                </a:solidFill>
                <a:effectLst/>
                <a:latin typeface="+mn-lt"/>
                <a:ea typeface="+mn-ea"/>
                <a:cs typeface="+mn-cs"/>
              </a:rPr>
              <a:t>Vector</a:t>
            </a:r>
            <a:r>
              <a:rPr lang="ru-RU" sz="1200" b="0" i="0" kern="1200" dirty="0">
                <a:solidFill>
                  <a:schemeClr val="tx1"/>
                </a:solidFill>
                <a:effectLst/>
                <a:latin typeface="+mn-lt"/>
                <a:ea typeface="+mn-ea"/>
                <a:cs typeface="+mn-cs"/>
              </a:rPr>
              <a:t> — в два раза больше. Это означает, что </a:t>
            </a:r>
            <a:r>
              <a:rPr lang="ru-RU" sz="1200" b="0" i="0" kern="1200" dirty="0" err="1">
                <a:solidFill>
                  <a:schemeClr val="tx1"/>
                </a:solidFill>
                <a:effectLst/>
                <a:latin typeface="+mn-lt"/>
                <a:ea typeface="+mn-ea"/>
                <a:cs typeface="+mn-cs"/>
              </a:rPr>
              <a:t>Vector</a:t>
            </a:r>
            <a:r>
              <a:rPr lang="ru-RU" sz="1200" b="0" i="0" kern="1200" dirty="0">
                <a:solidFill>
                  <a:schemeClr val="tx1"/>
                </a:solidFill>
                <a:effectLst/>
                <a:latin typeface="+mn-lt"/>
                <a:ea typeface="+mn-ea"/>
                <a:cs typeface="+mn-cs"/>
              </a:rPr>
              <a:t> будет занимать больше памяти, но операция расширения будет происходить реже.</a:t>
            </a:r>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16</a:t>
            </a:fld>
            <a:endParaRPr lang="ru-RU"/>
          </a:p>
        </p:txBody>
      </p:sp>
    </p:spTree>
    <p:extLst>
      <p:ext uri="{BB962C8B-B14F-4D97-AF65-F5344CB8AC3E}">
        <p14:creationId xmlns:p14="http://schemas.microsoft.com/office/powerpoint/2010/main" val="35095086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17</a:t>
            </a:fld>
            <a:endParaRPr lang="ru-RU"/>
          </a:p>
        </p:txBody>
      </p:sp>
    </p:spTree>
    <p:extLst>
      <p:ext uri="{BB962C8B-B14F-4D97-AF65-F5344CB8AC3E}">
        <p14:creationId xmlns:p14="http://schemas.microsoft.com/office/powerpoint/2010/main" val="14085248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sz="1200" b="0" i="0" kern="1200" dirty="0">
                <a:solidFill>
                  <a:schemeClr val="tx1"/>
                </a:solidFill>
                <a:effectLst/>
                <a:latin typeface="+mn-lt"/>
                <a:ea typeface="+mn-ea"/>
                <a:cs typeface="+mn-cs"/>
              </a:rPr>
              <a:t>класс наследуется от </a:t>
            </a:r>
            <a:r>
              <a:rPr lang="ru-RU" sz="1200" b="0" i="0" kern="1200" dirty="0" err="1">
                <a:solidFill>
                  <a:schemeClr val="tx1"/>
                </a:solidFill>
                <a:effectLst/>
                <a:latin typeface="+mn-lt"/>
                <a:ea typeface="+mn-ea"/>
                <a:cs typeface="+mn-cs"/>
              </a:rPr>
              <a:t>Vector</a:t>
            </a:r>
            <a:r>
              <a:rPr lang="ru-RU" sz="1200" b="0" i="0" kern="1200" dirty="0">
                <a:solidFill>
                  <a:schemeClr val="tx1"/>
                </a:solidFill>
                <a:effectLst/>
                <a:latin typeface="+mn-lt"/>
                <a:ea typeface="+mn-ea"/>
                <a:cs typeface="+mn-cs"/>
              </a:rPr>
              <a:t>, что концептуально неверно (поддерживаются лишние операции).</a:t>
            </a: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22</a:t>
            </a:fld>
            <a:endParaRPr lang="ru-RU"/>
          </a:p>
        </p:txBody>
      </p:sp>
    </p:spTree>
    <p:extLst>
      <p:ext uri="{BB962C8B-B14F-4D97-AF65-F5344CB8AC3E}">
        <p14:creationId xmlns:p14="http://schemas.microsoft.com/office/powerpoint/2010/main" val="35702915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strike="noStrike" spc="-1" dirty="0">
                <a:solidFill>
                  <a:srgbClr val="244061"/>
                </a:solidFill>
                <a:latin typeface="+mn-lt"/>
              </a:rPr>
              <a:t>У каждого элемента помимо тех данных, которые он хранит, имеется ссылка на предыдущий и следующий элемент. По этим ссылкам можно переходить от одного элемента к другому.</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23</a:t>
            </a:fld>
            <a:endParaRPr lang="ru-RU"/>
          </a:p>
        </p:txBody>
      </p:sp>
    </p:spTree>
    <p:extLst>
      <p:ext uri="{BB962C8B-B14F-4D97-AF65-F5344CB8AC3E}">
        <p14:creationId xmlns:p14="http://schemas.microsoft.com/office/powerpoint/2010/main" val="3464795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24</a:t>
            </a:fld>
            <a:endParaRPr lang="ru-RU"/>
          </a:p>
        </p:txBody>
      </p:sp>
    </p:spTree>
    <p:extLst>
      <p:ext uri="{BB962C8B-B14F-4D97-AF65-F5344CB8AC3E}">
        <p14:creationId xmlns:p14="http://schemas.microsoft.com/office/powerpoint/2010/main" val="11938310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25</a:t>
            </a:fld>
            <a:endParaRPr lang="ru-RU"/>
          </a:p>
        </p:txBody>
      </p:sp>
    </p:spTree>
    <p:extLst>
      <p:ext uri="{BB962C8B-B14F-4D97-AF65-F5344CB8AC3E}">
        <p14:creationId xmlns:p14="http://schemas.microsoft.com/office/powerpoint/2010/main" val="1198099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Коэффициент загрузки – показатель того, насколько заполненным может быть </a:t>
            </a:r>
            <a:r>
              <a:rPr lang="ru-RU" dirty="0" err="1"/>
              <a:t>HashSet</a:t>
            </a:r>
            <a:r>
              <a:rPr lang="ru-RU" dirty="0"/>
              <a:t> до того момента, когда его емкость автоматически увеличится. Когда количество элементов в </a:t>
            </a:r>
            <a:r>
              <a:rPr lang="ru-RU" dirty="0" err="1"/>
              <a:t>HashSet</a:t>
            </a:r>
            <a:r>
              <a:rPr lang="ru-RU" dirty="0"/>
              <a:t> становится больше, чем произведение начальной емкости и коэффициента загрузки, хэш-таблица ре-</a:t>
            </a:r>
            <a:r>
              <a:rPr lang="ru-RU" dirty="0" err="1"/>
              <a:t>хэшируется</a:t>
            </a:r>
            <a:r>
              <a:rPr lang="ru-RU" dirty="0"/>
              <a:t> (заново вычисляются </a:t>
            </a:r>
            <a:r>
              <a:rPr lang="ru-RU" dirty="0" err="1"/>
              <a:t>хэшкоды</a:t>
            </a:r>
            <a:r>
              <a:rPr lang="ru-RU" dirty="0"/>
              <a:t> элементов, и таблица перестраивается согласно полученным значениям) и количество ячеек в ней увеличивается в 2 раза.</a:t>
            </a:r>
          </a:p>
        </p:txBody>
      </p:sp>
      <p:sp>
        <p:nvSpPr>
          <p:cNvPr id="4" name="Slide Number Placeholder 3"/>
          <p:cNvSpPr>
            <a:spLocks noGrp="1"/>
          </p:cNvSpPr>
          <p:nvPr>
            <p:ph type="sldNum" sz="quarter" idx="5"/>
          </p:nvPr>
        </p:nvSpPr>
        <p:spPr/>
        <p:txBody>
          <a:bodyPr/>
          <a:lstStyle/>
          <a:p>
            <a:fld id="{9C003A2D-F27E-469C-ADB1-04668A9E28C3}" type="slidenum">
              <a:rPr lang="ru-RU" smtClean="0"/>
              <a:t>27</a:t>
            </a:fld>
            <a:endParaRPr lang="ru-RU"/>
          </a:p>
        </p:txBody>
      </p:sp>
    </p:spTree>
    <p:extLst>
      <p:ext uri="{BB962C8B-B14F-4D97-AF65-F5344CB8AC3E}">
        <p14:creationId xmlns:p14="http://schemas.microsoft.com/office/powerpoint/2010/main" val="3038581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Встроенный </a:t>
            </a:r>
            <a:r>
              <a:rPr lang="ru-RU" dirty="0" err="1"/>
              <a:t>хеш</a:t>
            </a:r>
            <a:r>
              <a:rPr lang="ru-RU" dirty="0"/>
              <a:t>-код генерируется лишь один раз для каждого объекта при первом вызове метода </a:t>
            </a:r>
            <a:r>
              <a:rPr lang="ru-RU" dirty="0" err="1"/>
              <a:t>hashCode</a:t>
            </a:r>
            <a:r>
              <a:rPr lang="ru-RU" dirty="0"/>
              <a:t>() используя генератор случайных чисел, после чего сохраняется в заголовке объекта для последующих вызовов</a:t>
            </a:r>
          </a:p>
        </p:txBody>
      </p:sp>
      <p:sp>
        <p:nvSpPr>
          <p:cNvPr id="4" name="Slide Number Placeholder 3"/>
          <p:cNvSpPr>
            <a:spLocks noGrp="1"/>
          </p:cNvSpPr>
          <p:nvPr>
            <p:ph type="sldNum" sz="quarter" idx="5"/>
          </p:nvPr>
        </p:nvSpPr>
        <p:spPr/>
        <p:txBody>
          <a:bodyPr/>
          <a:lstStyle/>
          <a:p>
            <a:fld id="{9C003A2D-F27E-469C-ADB1-04668A9E28C3}" type="slidenum">
              <a:rPr lang="ru-RU" smtClean="0"/>
              <a:t>28</a:t>
            </a:fld>
            <a:endParaRPr lang="ru-RU"/>
          </a:p>
        </p:txBody>
      </p:sp>
    </p:spTree>
    <p:extLst>
      <p:ext uri="{BB962C8B-B14F-4D97-AF65-F5344CB8AC3E}">
        <p14:creationId xmlns:p14="http://schemas.microsoft.com/office/powerpoint/2010/main" val="2833353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Если необходимо использовать </a:t>
            </a:r>
            <a:r>
              <a:rPr lang="ru-RU" dirty="0" err="1"/>
              <a:t>Set</a:t>
            </a:r>
            <a:r>
              <a:rPr lang="ru-RU" dirty="0"/>
              <a:t> с сохранением порядка элементов, можно использовать </a:t>
            </a:r>
            <a:r>
              <a:rPr lang="ru-RU" dirty="0" err="1"/>
              <a:t>LinkedHashSet</a:t>
            </a:r>
            <a:r>
              <a:rPr lang="ru-RU" dirty="0"/>
              <a:t>, который использует двусвязный список для хранения элементов и сохраняет порядок добавления элементов.</a:t>
            </a:r>
          </a:p>
        </p:txBody>
      </p:sp>
      <p:sp>
        <p:nvSpPr>
          <p:cNvPr id="4" name="Slide Number Placeholder 3"/>
          <p:cNvSpPr>
            <a:spLocks noGrp="1"/>
          </p:cNvSpPr>
          <p:nvPr>
            <p:ph type="sldNum" sz="quarter" idx="5"/>
          </p:nvPr>
        </p:nvSpPr>
        <p:spPr/>
        <p:txBody>
          <a:bodyPr/>
          <a:lstStyle/>
          <a:p>
            <a:fld id="{9C003A2D-F27E-469C-ADB1-04668A9E28C3}" type="slidenum">
              <a:rPr lang="ru-RU" smtClean="0"/>
              <a:t>31</a:t>
            </a:fld>
            <a:endParaRPr lang="ru-RU"/>
          </a:p>
        </p:txBody>
      </p:sp>
    </p:spTree>
    <p:extLst>
      <p:ext uri="{BB962C8B-B14F-4D97-AF65-F5344CB8AC3E}">
        <p14:creationId xmlns:p14="http://schemas.microsoft.com/office/powerpoint/2010/main" val="24465523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32</a:t>
            </a:fld>
            <a:endParaRPr lang="ru-RU"/>
          </a:p>
        </p:txBody>
      </p:sp>
    </p:spTree>
    <p:extLst>
      <p:ext uri="{BB962C8B-B14F-4D97-AF65-F5344CB8AC3E}">
        <p14:creationId xmlns:p14="http://schemas.microsoft.com/office/powerpoint/2010/main" val="22553585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Наиболее распространенным классом отображений является </a:t>
            </a:r>
            <a:r>
              <a:rPr lang="ru-RU" dirty="0" err="1"/>
              <a:t>HashMap</a:t>
            </a:r>
            <a:r>
              <a:rPr lang="ru-RU" dirty="0"/>
              <a:t>, который реализует интерфейс </a:t>
            </a:r>
            <a:r>
              <a:rPr lang="ru-RU" dirty="0" err="1"/>
              <a:t>Map</a:t>
            </a:r>
            <a:r>
              <a:rPr lang="ru-RU" dirty="0"/>
              <a:t> и наследуется от класса </a:t>
            </a:r>
            <a:r>
              <a:rPr lang="ru-RU" dirty="0" err="1"/>
              <a:t>AbstractMap</a:t>
            </a:r>
            <a:r>
              <a:rPr lang="ru-RU" dirty="0"/>
              <a:t>.</a:t>
            </a:r>
          </a:p>
          <a:p>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33</a:t>
            </a:fld>
            <a:endParaRPr lang="ru-RU"/>
          </a:p>
        </p:txBody>
      </p:sp>
    </p:spTree>
    <p:extLst>
      <p:ext uri="{BB962C8B-B14F-4D97-AF65-F5344CB8AC3E}">
        <p14:creationId xmlns:p14="http://schemas.microsoft.com/office/powerpoint/2010/main" val="21244840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a:solidFill>
                  <a:schemeClr val="tx1"/>
                </a:solidFill>
                <a:effectLst/>
                <a:latin typeface="+mn-lt"/>
                <a:ea typeface="+mn-ea"/>
                <a:cs typeface="+mn-cs"/>
              </a:rPr>
              <a:t>Ручное написание сложных алгоритмов сортировки, таких как “пузырьковая” сортировка, уже давно осталось в прошлом. В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сортировка коллекций стала намного проще</a:t>
            </a:r>
            <a:r>
              <a:rPr lang="en-US" sz="1200" b="0" i="0" kern="1200" dirty="0">
                <a:solidFill>
                  <a:schemeClr val="tx1"/>
                </a:solidFill>
                <a:effectLst/>
                <a:latin typeface="+mn-lt"/>
                <a:ea typeface="+mn-ea"/>
                <a:cs typeface="+mn-cs"/>
              </a:rPr>
              <a:t> </a:t>
            </a:r>
            <a:r>
              <a:rPr lang="ru-RU" sz="1200" b="0" i="0" kern="1200" dirty="0">
                <a:solidFill>
                  <a:schemeClr val="tx1"/>
                </a:solidFill>
                <a:effectLst/>
                <a:latin typeface="+mn-lt"/>
                <a:ea typeface="+mn-ea"/>
                <a:cs typeface="+mn-cs"/>
              </a:rPr>
              <a:t>и осуществляют сортировку всего двумя разными способами. Один из них основан на применении метода </a:t>
            </a:r>
            <a:r>
              <a:rPr lang="ru-RU" dirty="0" err="1"/>
              <a:t>sort</a:t>
            </a:r>
            <a:r>
              <a:rPr lang="ru-RU" dirty="0"/>
              <a:t>()</a:t>
            </a:r>
            <a:r>
              <a:rPr lang="ru-RU" sz="1200" b="0" i="0" kern="1200" dirty="0">
                <a:solidFill>
                  <a:schemeClr val="tx1"/>
                </a:solidFill>
                <a:effectLst/>
                <a:latin typeface="+mn-lt"/>
                <a:ea typeface="+mn-ea"/>
                <a:cs typeface="+mn-cs"/>
              </a:rPr>
              <a:t> классов </a:t>
            </a:r>
            <a:r>
              <a:rPr lang="ru-RU" dirty="0" err="1"/>
              <a:t>Collections</a:t>
            </a:r>
            <a:r>
              <a:rPr lang="ru-RU" sz="1200" b="0" i="0" kern="1200" dirty="0">
                <a:solidFill>
                  <a:schemeClr val="tx1"/>
                </a:solidFill>
                <a:effectLst/>
                <a:latin typeface="+mn-lt"/>
                <a:ea typeface="+mn-ea"/>
                <a:cs typeface="+mn-cs"/>
              </a:rPr>
              <a:t> или </a:t>
            </a:r>
            <a:r>
              <a:rPr lang="ru-RU" dirty="0" err="1"/>
              <a:t>Arrays</a:t>
            </a:r>
            <a:r>
              <a:rPr lang="ru-RU" sz="1200" b="0" i="0" kern="1200" dirty="0">
                <a:solidFill>
                  <a:schemeClr val="tx1"/>
                </a:solidFill>
                <a:effectLst/>
                <a:latin typeface="+mn-lt"/>
                <a:ea typeface="+mn-ea"/>
                <a:cs typeface="+mn-cs"/>
              </a:rPr>
              <a:t>, а другой на использовании </a:t>
            </a:r>
            <a:r>
              <a:rPr lang="ru-RU" sz="1200" b="0" i="0" kern="1200" dirty="0" err="1">
                <a:solidFill>
                  <a:schemeClr val="tx1"/>
                </a:solidFill>
                <a:effectLst/>
                <a:latin typeface="+mn-lt"/>
                <a:ea typeface="+mn-ea"/>
                <a:cs typeface="+mn-cs"/>
              </a:rPr>
              <a:t>самосортирующихся</a:t>
            </a:r>
            <a:r>
              <a:rPr lang="ru-RU" sz="1200" b="0" i="0" kern="1200" dirty="0">
                <a:solidFill>
                  <a:schemeClr val="tx1"/>
                </a:solidFill>
                <a:effectLst/>
                <a:latin typeface="+mn-lt"/>
                <a:ea typeface="+mn-ea"/>
                <a:cs typeface="+mn-cs"/>
              </a:rPr>
              <a:t> структур данных, таких как </a:t>
            </a:r>
            <a:r>
              <a:rPr lang="ru-RU" dirty="0" err="1"/>
              <a:t>TreeMap</a:t>
            </a:r>
            <a:r>
              <a:rPr lang="ru-RU" sz="1200" b="0" i="0" kern="1200" dirty="0">
                <a:solidFill>
                  <a:schemeClr val="tx1"/>
                </a:solidFill>
                <a:effectLst/>
                <a:latin typeface="+mn-lt"/>
                <a:ea typeface="+mn-ea"/>
                <a:cs typeface="+mn-cs"/>
              </a:rPr>
              <a:t> и </a:t>
            </a:r>
            <a:r>
              <a:rPr lang="ru-RU" dirty="0" err="1"/>
              <a:t>TreeSet</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Если нужно отсортировать коллекцию, то применяйте метод </a:t>
            </a:r>
            <a:r>
              <a:rPr lang="ru-RU" dirty="0" err="1"/>
              <a:t>Collections.sort</a:t>
            </a:r>
            <a:r>
              <a:rPr lang="ru-RU" dirty="0"/>
              <a:t>()</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Если требуется отсортировать массив, используйте метод </a:t>
            </a:r>
            <a:r>
              <a:rPr lang="ru-RU" dirty="0" err="1"/>
              <a:t>Arrays.sort</a:t>
            </a:r>
            <a:r>
              <a:rPr lang="ru-RU" dirty="0"/>
              <a:t>()</a:t>
            </a:r>
            <a:r>
              <a:rPr lang="ru-RU"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pPr fontAlgn="base"/>
            <a:r>
              <a:rPr lang="ru-RU" sz="1200" b="0" i="0" kern="1200" dirty="0">
                <a:solidFill>
                  <a:schemeClr val="tx1"/>
                </a:solidFill>
                <a:effectLst/>
                <a:latin typeface="+mn-lt"/>
                <a:ea typeface="+mn-ea"/>
                <a:cs typeface="+mn-cs"/>
              </a:rPr>
              <a:t>В стандартной библиотеке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существует три группы перегруженных методов для сортировки:</a:t>
            </a:r>
          </a:p>
          <a:p>
            <a:pPr fontAlgn="base"/>
            <a:r>
              <a:rPr lang="ru-RU" sz="1200" b="0" i="0" kern="1200" dirty="0" err="1">
                <a:solidFill>
                  <a:schemeClr val="tx1"/>
                </a:solidFill>
                <a:effectLst/>
                <a:latin typeface="+mn-lt"/>
                <a:ea typeface="+mn-ea"/>
                <a:cs typeface="+mn-cs"/>
              </a:rPr>
              <a:t>java.util.Arrays.sort</a:t>
            </a:r>
            <a:r>
              <a:rPr lang="ru-RU" sz="1200" b="0" i="0" kern="1200" dirty="0">
                <a:solidFill>
                  <a:schemeClr val="tx1"/>
                </a:solidFill>
                <a:effectLst/>
                <a:latin typeface="+mn-lt"/>
                <a:ea typeface="+mn-ea"/>
                <a:cs typeface="+mn-cs"/>
              </a:rPr>
              <a:t>(</a:t>
            </a:r>
            <a:r>
              <a:rPr lang="ru-RU" sz="1200" b="0" i="0" kern="1200" dirty="0" err="1">
                <a:solidFill>
                  <a:schemeClr val="tx1"/>
                </a:solidFill>
                <a:effectLst/>
                <a:latin typeface="+mn-lt"/>
                <a:ea typeface="+mn-ea"/>
                <a:cs typeface="+mn-cs"/>
              </a:rPr>
              <a:t>prim</a:t>
            </a:r>
            <a:r>
              <a:rPr lang="ru-RU" sz="1200" b="0" i="0" kern="1200" dirty="0">
                <a:solidFill>
                  <a:schemeClr val="tx1"/>
                </a:solidFill>
                <a:effectLst/>
                <a:latin typeface="+mn-lt"/>
                <a:ea typeface="+mn-ea"/>
                <a:cs typeface="+mn-cs"/>
              </a:rPr>
              <a:t>[], ...) — для сортировки </a:t>
            </a:r>
            <a:r>
              <a:rPr lang="ru-RU" sz="1200" b="0" i="1" kern="1200" dirty="0">
                <a:solidFill>
                  <a:schemeClr val="tx1"/>
                </a:solidFill>
                <a:effectLst/>
                <a:latin typeface="+mn-lt"/>
                <a:ea typeface="+mn-ea"/>
                <a:cs typeface="+mn-cs"/>
              </a:rPr>
              <a:t>массивов примитивов</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prim</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int</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byte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char</a:t>
            </a:r>
            <a:r>
              <a:rPr lang="ru-RU" sz="1200" b="0" i="0" kern="1200" dirty="0">
                <a:solidFill>
                  <a:schemeClr val="tx1"/>
                </a:solidFill>
                <a:effectLst/>
                <a:latin typeface="+mn-lt"/>
                <a:ea typeface="+mn-ea"/>
                <a:cs typeface="+mn-cs"/>
              </a:rPr>
              <a:t>, и т.д.). Использует алгоритм </a:t>
            </a:r>
            <a:r>
              <a:rPr lang="ru-RU" sz="1200" b="0" i="0" u="sng" kern="1200" dirty="0">
                <a:solidFill>
                  <a:schemeClr val="tx1"/>
                </a:solidFill>
                <a:effectLst/>
                <a:latin typeface="+mn-lt"/>
                <a:ea typeface="+mn-ea"/>
                <a:cs typeface="+mn-cs"/>
                <a:hlinkClick r:id="rId3"/>
              </a:rPr>
              <a:t>быстрой сортировки</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quick</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sort</a:t>
            </a:r>
            <a:r>
              <a:rPr lang="ru-RU" sz="1200" b="0" i="0" kern="1200" dirty="0">
                <a:solidFill>
                  <a:schemeClr val="tx1"/>
                </a:solidFill>
                <a:effectLst/>
                <a:latin typeface="+mn-lt"/>
                <a:ea typeface="+mn-ea"/>
                <a:cs typeface="+mn-cs"/>
              </a:rPr>
              <a:t>).</a:t>
            </a:r>
          </a:p>
          <a:p>
            <a:pPr fontAlgn="base"/>
            <a:r>
              <a:rPr lang="ru-RU" sz="1200" b="0" i="0" kern="1200" dirty="0" err="1">
                <a:solidFill>
                  <a:schemeClr val="tx1"/>
                </a:solidFill>
                <a:effectLst/>
                <a:latin typeface="+mn-lt"/>
                <a:ea typeface="+mn-ea"/>
                <a:cs typeface="+mn-cs"/>
              </a:rPr>
              <a:t>java.util.Arrays.sort</a:t>
            </a:r>
            <a:r>
              <a:rPr lang="ru-RU" sz="1200" b="0" i="0" kern="1200" dirty="0">
                <a:solidFill>
                  <a:schemeClr val="tx1"/>
                </a:solidFill>
                <a:effectLst/>
                <a:latin typeface="+mn-lt"/>
                <a:ea typeface="+mn-ea"/>
                <a:cs typeface="+mn-cs"/>
              </a:rPr>
              <a:t>(T[], ...) и </a:t>
            </a:r>
            <a:r>
              <a:rPr lang="ru-RU" sz="1200" b="0" i="0" kern="1200" dirty="0" err="1">
                <a:solidFill>
                  <a:schemeClr val="tx1"/>
                </a:solidFill>
                <a:effectLst/>
                <a:latin typeface="+mn-lt"/>
                <a:ea typeface="+mn-ea"/>
                <a:cs typeface="+mn-cs"/>
              </a:rPr>
              <a:t>java.util.Arrays.sort</a:t>
            </a:r>
            <a:r>
              <a:rPr lang="ru-RU" sz="1200" b="0" i="0" kern="1200" dirty="0">
                <a:solidFill>
                  <a:schemeClr val="tx1"/>
                </a:solidFill>
                <a:effectLst/>
                <a:latin typeface="+mn-lt"/>
                <a:ea typeface="+mn-ea"/>
                <a:cs typeface="+mn-cs"/>
              </a:rPr>
              <a:t>(</a:t>
            </a:r>
            <a:r>
              <a:rPr lang="ru-RU" sz="1200" b="0" i="0" kern="1200" dirty="0" err="1">
                <a:solidFill>
                  <a:schemeClr val="tx1"/>
                </a:solidFill>
                <a:effectLst/>
                <a:latin typeface="+mn-lt"/>
                <a:ea typeface="+mn-ea"/>
                <a:cs typeface="+mn-cs"/>
              </a:rPr>
              <a:t>Object</a:t>
            </a:r>
            <a:r>
              <a:rPr lang="ru-RU" sz="1200" b="0" i="0" kern="1200" dirty="0">
                <a:solidFill>
                  <a:schemeClr val="tx1"/>
                </a:solidFill>
                <a:effectLst/>
                <a:latin typeface="+mn-lt"/>
                <a:ea typeface="+mn-ea"/>
                <a:cs typeface="+mn-cs"/>
              </a:rPr>
              <a:t>[], ...) — для сортировки </a:t>
            </a:r>
            <a:r>
              <a:rPr lang="ru-RU" sz="1200" b="0" i="1" kern="1200" dirty="0">
                <a:solidFill>
                  <a:schemeClr val="tx1"/>
                </a:solidFill>
                <a:effectLst/>
                <a:latin typeface="+mn-lt"/>
                <a:ea typeface="+mn-ea"/>
                <a:cs typeface="+mn-cs"/>
              </a:rPr>
              <a:t>массивов комплексных объектов</a:t>
            </a:r>
            <a:r>
              <a:rPr lang="ru-RU" sz="1200" b="0" i="0" kern="1200" dirty="0">
                <a:solidFill>
                  <a:schemeClr val="tx1"/>
                </a:solidFill>
                <a:effectLst/>
                <a:latin typeface="+mn-lt"/>
                <a:ea typeface="+mn-ea"/>
                <a:cs typeface="+mn-cs"/>
              </a:rPr>
              <a:t> произвольного типа T или </a:t>
            </a:r>
            <a:r>
              <a:rPr lang="ru-RU" sz="1200" b="0" i="0" kern="1200" dirty="0" err="1">
                <a:solidFill>
                  <a:schemeClr val="tx1"/>
                </a:solidFill>
                <a:effectLst/>
                <a:latin typeface="+mn-lt"/>
                <a:ea typeface="+mn-ea"/>
                <a:cs typeface="+mn-cs"/>
              </a:rPr>
              <a:t>Object</a:t>
            </a:r>
            <a:r>
              <a:rPr lang="ru-RU" sz="1200" b="0" i="0" kern="1200" dirty="0">
                <a:solidFill>
                  <a:schemeClr val="tx1"/>
                </a:solidFill>
                <a:effectLst/>
                <a:latin typeface="+mn-lt"/>
                <a:ea typeface="+mn-ea"/>
                <a:cs typeface="+mn-cs"/>
              </a:rPr>
              <a:t>. Использует алгоритм </a:t>
            </a:r>
            <a:r>
              <a:rPr lang="ru-RU" sz="1200" b="0" i="0" u="sng" kern="1200" dirty="0">
                <a:solidFill>
                  <a:schemeClr val="tx1"/>
                </a:solidFill>
                <a:effectLst/>
                <a:latin typeface="+mn-lt"/>
                <a:ea typeface="+mn-ea"/>
                <a:cs typeface="+mn-cs"/>
                <a:hlinkClick r:id="rId4"/>
              </a:rPr>
              <a:t>сортировки слиянием</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merge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sort</a:t>
            </a:r>
            <a:r>
              <a:rPr lang="ru-RU" sz="1200" b="0" i="0" kern="1200" dirty="0">
                <a:solidFill>
                  <a:schemeClr val="tx1"/>
                </a:solidFill>
                <a:effectLst/>
                <a:latin typeface="+mn-lt"/>
                <a:ea typeface="+mn-ea"/>
                <a:cs typeface="+mn-cs"/>
              </a:rPr>
              <a:t>).</a:t>
            </a:r>
          </a:p>
          <a:p>
            <a:pPr fontAlgn="base"/>
            <a:r>
              <a:rPr lang="ru-RU" sz="1200" b="0" i="0" u="sng" kern="1200" dirty="0" err="1">
                <a:solidFill>
                  <a:schemeClr val="tx1"/>
                </a:solidFill>
                <a:effectLst/>
                <a:latin typeface="+mn-lt"/>
                <a:ea typeface="+mn-ea"/>
                <a:cs typeface="+mn-cs"/>
                <a:hlinkClick r:id="rId5"/>
              </a:rPr>
              <a:t>java.util.Collections.sort</a:t>
            </a:r>
            <a:r>
              <a:rPr lang="ru-RU" sz="1200" b="0" i="0" u="sng" kern="1200" dirty="0">
                <a:solidFill>
                  <a:schemeClr val="tx1"/>
                </a:solidFill>
                <a:effectLst/>
                <a:latin typeface="+mn-lt"/>
                <a:ea typeface="+mn-ea"/>
                <a:cs typeface="+mn-cs"/>
                <a:hlinkClick r:id="rId5"/>
              </a:rPr>
              <a:t>()</a:t>
            </a:r>
            <a:r>
              <a:rPr lang="ru-RU" sz="1200" b="0" i="0" kern="1200" dirty="0">
                <a:solidFill>
                  <a:schemeClr val="tx1"/>
                </a:solidFill>
                <a:effectLst/>
                <a:latin typeface="+mn-lt"/>
                <a:ea typeface="+mn-ea"/>
                <a:cs typeface="+mn-cs"/>
              </a:rPr>
              <a:t> — для сортировки коллекций. Использует алгоритм сортировки слиянием (</a:t>
            </a:r>
            <a:r>
              <a:rPr lang="ru-RU" sz="1200" b="0" i="0" kern="1200" dirty="0" err="1">
                <a:solidFill>
                  <a:schemeClr val="tx1"/>
                </a:solidFill>
                <a:effectLst/>
                <a:latin typeface="+mn-lt"/>
                <a:ea typeface="+mn-ea"/>
                <a:cs typeface="+mn-cs"/>
              </a:rPr>
              <a:t>merge</a:t>
            </a:r>
            <a:r>
              <a:rPr lang="ru-RU" sz="1200" b="0" i="0" kern="1200" dirty="0">
                <a:solidFill>
                  <a:schemeClr val="tx1"/>
                </a:solidFill>
                <a:effectLst/>
                <a:latin typeface="+mn-lt"/>
                <a:ea typeface="+mn-ea"/>
                <a:cs typeface="+mn-cs"/>
              </a:rPr>
              <a:t> </a:t>
            </a:r>
            <a:r>
              <a:rPr lang="ru-RU" sz="1200" b="0" i="0" kern="1200" dirty="0" err="1">
                <a:solidFill>
                  <a:schemeClr val="tx1"/>
                </a:solidFill>
                <a:effectLst/>
                <a:latin typeface="+mn-lt"/>
                <a:ea typeface="+mn-ea"/>
                <a:cs typeface="+mn-cs"/>
              </a:rPr>
              <a:t>sort</a:t>
            </a:r>
            <a:r>
              <a:rPr lang="ru-RU" sz="1200" b="0" i="0" kern="1200" dirty="0">
                <a:solidFill>
                  <a:schemeClr val="tx1"/>
                </a:solidFill>
                <a:effectLst/>
                <a:latin typeface="+mn-lt"/>
                <a:ea typeface="+mn-ea"/>
                <a:cs typeface="+mn-cs"/>
              </a:rPr>
              <a:t>).</a:t>
            </a:r>
          </a:p>
          <a:p>
            <a:pPr fontAlgn="base"/>
            <a:r>
              <a:rPr lang="ru-RU" sz="1200" b="0" i="0" kern="1200" dirty="0">
                <a:solidFill>
                  <a:schemeClr val="tx1"/>
                </a:solidFill>
                <a:effectLst/>
                <a:latin typeface="+mn-lt"/>
                <a:ea typeface="+mn-ea"/>
                <a:cs typeface="+mn-cs"/>
              </a:rPr>
              <a:t>Причина, по которой для сортировки коллекций и массивов комплексных объектов выбран алгоритм сортировки слиянием, заключается в том, что данный алгоритм является </a:t>
            </a:r>
            <a:r>
              <a:rPr lang="ru-RU" sz="1200" b="0" i="1" kern="1200" dirty="0">
                <a:solidFill>
                  <a:schemeClr val="tx1"/>
                </a:solidFill>
                <a:effectLst/>
                <a:latin typeface="+mn-lt"/>
                <a:ea typeface="+mn-ea"/>
                <a:cs typeface="+mn-cs"/>
              </a:rPr>
              <a:t>устойчивой сортировкой</a:t>
            </a:r>
            <a:r>
              <a:rPr lang="ru-RU" sz="1200" b="0" i="0" kern="1200" dirty="0">
                <a:solidFill>
                  <a:schemeClr val="tx1"/>
                </a:solidFill>
                <a:effectLst/>
                <a:latin typeface="+mn-lt"/>
                <a:ea typeface="+mn-ea"/>
                <a:cs typeface="+mn-cs"/>
              </a:rPr>
              <a:t>, в отличие от быстрой сортировки, являющейся </a:t>
            </a:r>
            <a:r>
              <a:rPr lang="ru-RU" sz="1200" b="0" i="1" kern="1200" dirty="0">
                <a:solidFill>
                  <a:schemeClr val="tx1"/>
                </a:solidFill>
                <a:effectLst/>
                <a:latin typeface="+mn-lt"/>
                <a:ea typeface="+mn-ea"/>
                <a:cs typeface="+mn-cs"/>
              </a:rPr>
              <a:t>неустойчивой</a:t>
            </a:r>
            <a:r>
              <a:rPr lang="ru-RU" sz="1200" b="0" i="0" kern="1200" dirty="0">
                <a:solidFill>
                  <a:schemeClr val="tx1"/>
                </a:solidFill>
                <a:effectLst/>
                <a:latin typeface="+mn-lt"/>
                <a:ea typeface="+mn-ea"/>
                <a:cs typeface="+mn-cs"/>
              </a:rPr>
              <a:t>. </a:t>
            </a:r>
            <a:r>
              <a:rPr lang="ru-RU" sz="1200" b="0" i="0" u="sng" kern="1200" dirty="0">
                <a:solidFill>
                  <a:schemeClr val="tx1"/>
                </a:solidFill>
                <a:effectLst/>
                <a:latin typeface="+mn-lt"/>
                <a:ea typeface="+mn-ea"/>
                <a:cs typeface="+mn-cs"/>
                <a:hlinkClick r:id="rId6"/>
              </a:rPr>
              <a:t>Устойчивой сортировкой</a:t>
            </a:r>
            <a:r>
              <a:rPr lang="ru-RU" sz="1200" b="0" i="0" kern="1200" dirty="0">
                <a:solidFill>
                  <a:schemeClr val="tx1"/>
                </a:solidFill>
                <a:effectLst/>
                <a:latin typeface="+mn-lt"/>
                <a:ea typeface="+mn-ea"/>
                <a:cs typeface="+mn-cs"/>
              </a:rPr>
              <a:t> называется такой алгоритм, который сохраняет порядок следования элементов с одинаковыми ключами сортировки.</a:t>
            </a:r>
          </a:p>
          <a:p>
            <a:r>
              <a:rPr lang="en-US" dirty="0"/>
              <a:t>https://ru.stackoverflow.com/questions/33385/%D0%A1%D0%BE%D1%80%D1%82%D0%B8%D1%80%D0%BE%D0%B2%D0%BA%D0%B0-%D0%B2-java</a:t>
            </a:r>
            <a:endParaRPr lang="ru-RU" dirty="0"/>
          </a:p>
          <a:p>
            <a:r>
              <a:rPr lang="ru-RU" dirty="0"/>
              <a:t>Метод </a:t>
            </a:r>
            <a:r>
              <a:rPr lang="ru-RU" dirty="0" err="1"/>
              <a:t>sort</a:t>
            </a:r>
            <a:r>
              <a:rPr lang="ru-RU" dirty="0"/>
              <a:t>() очень удобен, когда коллекция или массив уже заполнены значениями.</a:t>
            </a:r>
          </a:p>
        </p:txBody>
      </p:sp>
      <p:sp>
        <p:nvSpPr>
          <p:cNvPr id="4" name="Slide Number Placeholder 3"/>
          <p:cNvSpPr>
            <a:spLocks noGrp="1"/>
          </p:cNvSpPr>
          <p:nvPr>
            <p:ph type="sldNum" sz="quarter" idx="5"/>
          </p:nvPr>
        </p:nvSpPr>
        <p:spPr/>
        <p:txBody>
          <a:bodyPr/>
          <a:lstStyle/>
          <a:p>
            <a:fld id="{9C003A2D-F27E-469C-ADB1-04668A9E28C3}" type="slidenum">
              <a:rPr lang="ru-RU" smtClean="0"/>
              <a:t>34</a:t>
            </a:fld>
            <a:endParaRPr lang="ru-RU"/>
          </a:p>
        </p:txBody>
      </p:sp>
    </p:spTree>
    <p:extLst>
      <p:ext uri="{BB962C8B-B14F-4D97-AF65-F5344CB8AC3E}">
        <p14:creationId xmlns:p14="http://schemas.microsoft.com/office/powerpoint/2010/main" val="3089538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В </a:t>
            </a:r>
            <a:r>
              <a:rPr lang="ru-RU" dirty="0" err="1"/>
              <a:t>Java</a:t>
            </a:r>
            <a:r>
              <a:rPr lang="ru-RU" dirty="0"/>
              <a:t> сортировка коллекций стала намного проще благодаря интерфейсам </a:t>
            </a:r>
            <a:r>
              <a:rPr lang="ru-RU" dirty="0" err="1"/>
              <a:t>Comparator</a:t>
            </a:r>
            <a:r>
              <a:rPr lang="ru-RU" dirty="0"/>
              <a:t> и </a:t>
            </a:r>
            <a:r>
              <a:rPr lang="ru-RU" dirty="0" err="1"/>
              <a:t>Comparable</a:t>
            </a:r>
            <a:endParaRPr lang="ru-RU" dirty="0"/>
          </a:p>
          <a:p>
            <a:r>
              <a:rPr lang="ru-RU" sz="1200" b="0" i="0" kern="1200" dirty="0">
                <a:solidFill>
                  <a:schemeClr val="tx1"/>
                </a:solidFill>
                <a:effectLst/>
                <a:latin typeface="+mn-lt"/>
                <a:ea typeface="+mn-ea"/>
                <a:cs typeface="+mn-cs"/>
              </a:rPr>
              <a:t>Таким образом, вы можете сами определить, по какому критерию сравнивать объекты (например, по возрасту, имени и т.д.).</a:t>
            </a:r>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35</a:t>
            </a:fld>
            <a:endParaRPr lang="ru-RU"/>
          </a:p>
        </p:txBody>
      </p:sp>
    </p:spTree>
    <p:extLst>
      <p:ext uri="{BB962C8B-B14F-4D97-AF65-F5344CB8AC3E}">
        <p14:creationId xmlns:p14="http://schemas.microsoft.com/office/powerpoint/2010/main" val="42202640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36</a:t>
            </a:fld>
            <a:endParaRPr lang="ru-RU"/>
          </a:p>
        </p:txBody>
      </p:sp>
    </p:spTree>
    <p:extLst>
      <p:ext uri="{BB962C8B-B14F-4D97-AF65-F5344CB8AC3E}">
        <p14:creationId xmlns:p14="http://schemas.microsoft.com/office/powerpoint/2010/main" val="18567028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Этот интерфейс позволяет вам создать внешний "сортировщик" (компаратор), который можно передать в методы сортировки.</a:t>
            </a:r>
          </a:p>
        </p:txBody>
      </p:sp>
      <p:sp>
        <p:nvSpPr>
          <p:cNvPr id="4" name="Slide Number Placeholder 3"/>
          <p:cNvSpPr>
            <a:spLocks noGrp="1"/>
          </p:cNvSpPr>
          <p:nvPr>
            <p:ph type="sldNum" sz="quarter" idx="10"/>
          </p:nvPr>
        </p:nvSpPr>
        <p:spPr/>
        <p:txBody>
          <a:bodyPr/>
          <a:lstStyle/>
          <a:p>
            <a:fld id="{9C003A2D-F27E-469C-ADB1-04668A9E28C3}" type="slidenum">
              <a:rPr lang="ru-RU" smtClean="0"/>
              <a:t>37</a:t>
            </a:fld>
            <a:endParaRPr lang="ru-RU"/>
          </a:p>
        </p:txBody>
      </p:sp>
    </p:spTree>
    <p:extLst>
      <p:ext uri="{BB962C8B-B14F-4D97-AF65-F5344CB8AC3E}">
        <p14:creationId xmlns:p14="http://schemas.microsoft.com/office/powerpoint/2010/main" val="34641232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38</a:t>
            </a:fld>
            <a:endParaRPr lang="ru-RU"/>
          </a:p>
        </p:txBody>
      </p:sp>
    </p:spTree>
    <p:extLst>
      <p:ext uri="{BB962C8B-B14F-4D97-AF65-F5344CB8AC3E}">
        <p14:creationId xmlns:p14="http://schemas.microsoft.com/office/powerpoint/2010/main" val="16114298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https://www.geeksforgeeks.org/introduction-to-red-black-tree</a:t>
            </a:r>
            <a:endParaRPr lang="ru-RU" dirty="0"/>
          </a:p>
        </p:txBody>
      </p:sp>
      <p:sp>
        <p:nvSpPr>
          <p:cNvPr id="4" name="Slide Number Placeholder 3"/>
          <p:cNvSpPr>
            <a:spLocks noGrp="1"/>
          </p:cNvSpPr>
          <p:nvPr>
            <p:ph type="sldNum" sz="quarter" idx="5"/>
          </p:nvPr>
        </p:nvSpPr>
        <p:spPr/>
        <p:txBody>
          <a:bodyPr/>
          <a:lstStyle/>
          <a:p>
            <a:fld id="{9C003A2D-F27E-469C-ADB1-04668A9E28C3}" type="slidenum">
              <a:rPr lang="ru-RU" smtClean="0"/>
              <a:t>39</a:t>
            </a:fld>
            <a:endParaRPr lang="ru-RU"/>
          </a:p>
        </p:txBody>
      </p:sp>
    </p:spTree>
    <p:extLst>
      <p:ext uri="{BB962C8B-B14F-4D97-AF65-F5344CB8AC3E}">
        <p14:creationId xmlns:p14="http://schemas.microsoft.com/office/powerpoint/2010/main" val="18144050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ArrayList</a:t>
            </a:r>
            <a:r>
              <a:rPr lang="en-US" dirty="0"/>
              <a:t> LinkedList</a:t>
            </a:r>
            <a:r>
              <a:rPr lang="ru-RU" dirty="0"/>
              <a:t>: Используйте </a:t>
            </a:r>
            <a:r>
              <a:rPr lang="ru-RU" dirty="0" err="1"/>
              <a:t>ArrayList</a:t>
            </a:r>
            <a:r>
              <a:rPr lang="ru-RU" dirty="0"/>
              <a:t>, если вам важен быстрый доступ по индексу, и </a:t>
            </a:r>
            <a:r>
              <a:rPr lang="ru-RU" dirty="0" err="1"/>
              <a:t>LinkedList</a:t>
            </a:r>
            <a:r>
              <a:rPr lang="ru-RU" dirty="0"/>
              <a:t>, если важна эффективность вставки и удаления элементов в начале или конце списка.</a:t>
            </a:r>
          </a:p>
          <a:p>
            <a:r>
              <a:rPr lang="en-US" sz="1200" b="1" i="0" kern="1200" dirty="0">
                <a:solidFill>
                  <a:schemeClr val="tx1"/>
                </a:solidFill>
                <a:effectLst/>
                <a:latin typeface="+mn-lt"/>
                <a:ea typeface="+mn-ea"/>
                <a:cs typeface="+mn-cs"/>
              </a:rPr>
              <a:t>HashSet </a:t>
            </a:r>
            <a:r>
              <a:rPr lang="en-US" sz="1200" b="1" i="0" kern="1200" dirty="0" err="1">
                <a:solidFill>
                  <a:schemeClr val="tx1"/>
                </a:solidFill>
                <a:effectLst/>
                <a:latin typeface="+mn-lt"/>
                <a:ea typeface="+mn-ea"/>
                <a:cs typeface="+mn-cs"/>
              </a:rPr>
              <a:t>TreeSet</a:t>
            </a:r>
            <a:r>
              <a:rPr lang="ru-RU" sz="1200" b="0" i="0" kern="1200" dirty="0">
                <a:solidFill>
                  <a:schemeClr val="tx1"/>
                </a:solidFill>
                <a:effectLst/>
                <a:latin typeface="+mn-lt"/>
                <a:ea typeface="+mn-ea"/>
                <a:cs typeface="+mn-cs"/>
              </a:rPr>
              <a:t>: Если порядок элементов важен, стоит использовать </a:t>
            </a:r>
            <a:r>
              <a:rPr lang="ru-RU" dirty="0" err="1"/>
              <a:t>TreeSet</a:t>
            </a:r>
            <a:r>
              <a:rPr lang="ru-RU" sz="1200" b="0" i="0" kern="1200" dirty="0">
                <a:solidFill>
                  <a:schemeClr val="tx1"/>
                </a:solidFill>
                <a:effectLst/>
                <a:latin typeface="+mn-lt"/>
                <a:ea typeface="+mn-ea"/>
                <a:cs typeface="+mn-cs"/>
              </a:rPr>
              <a:t>, несмотря на более медленные операции. В противном случае </a:t>
            </a:r>
            <a:r>
              <a:rPr lang="ru-RU" dirty="0" err="1"/>
              <a:t>HashSet</a:t>
            </a:r>
            <a:r>
              <a:rPr lang="ru-RU" sz="1200" b="0" i="0" kern="1200" dirty="0">
                <a:solidFill>
                  <a:schemeClr val="tx1"/>
                </a:solidFill>
                <a:effectLst/>
                <a:latin typeface="+mn-lt"/>
                <a:ea typeface="+mn-ea"/>
                <a:cs typeface="+mn-cs"/>
              </a:rPr>
              <a:t> является более производительным вариантом.</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HashMap vs </a:t>
            </a:r>
            <a:r>
              <a:rPr lang="en-US" sz="1200" b="1" i="0" kern="1200" dirty="0" err="1">
                <a:solidFill>
                  <a:schemeClr val="tx1"/>
                </a:solidFill>
                <a:effectLst/>
                <a:latin typeface="+mn-lt"/>
                <a:ea typeface="+mn-ea"/>
                <a:cs typeface="+mn-cs"/>
              </a:rPr>
              <a:t>TreeMap</a:t>
            </a:r>
            <a:endParaRPr lang="en-US" sz="1200" b="1"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kern="1200" dirty="0">
              <a:solidFill>
                <a:schemeClr val="tx1"/>
              </a:solidFill>
              <a:effectLst/>
              <a:latin typeface="+mn-lt"/>
              <a:ea typeface="+mn-ea"/>
              <a:cs typeface="+mn-cs"/>
            </a:endParaRPr>
          </a:p>
          <a:p>
            <a:r>
              <a:rPr lang="ru-RU" sz="1200" b="0" i="0" kern="1200" dirty="0">
                <a:solidFill>
                  <a:schemeClr val="tx1"/>
                </a:solidFill>
                <a:effectLst/>
                <a:latin typeface="+mn-lt"/>
                <a:ea typeface="+mn-ea"/>
                <a:cs typeface="+mn-cs"/>
              </a:rPr>
              <a:t>Если вам нужно быстрое выполнение операций без учёта порядка ключей, используйте </a:t>
            </a:r>
            <a:r>
              <a:rPr lang="ru-RU" dirty="0" err="1"/>
              <a:t>HashMap</a:t>
            </a:r>
            <a:r>
              <a:rPr lang="ru-RU" sz="1200" b="0" i="0" kern="1200" dirty="0">
                <a:solidFill>
                  <a:schemeClr val="tx1"/>
                </a:solidFill>
                <a:effectLst/>
                <a:latin typeface="+mn-lt"/>
                <a:ea typeface="+mn-ea"/>
                <a:cs typeface="+mn-cs"/>
              </a:rPr>
              <a:t>. Если требуется хранение ключей в отсортированном порядке, следует выбрать </a:t>
            </a:r>
            <a:r>
              <a:rPr lang="ru-RU" dirty="0" err="1"/>
              <a:t>TreeMap</a:t>
            </a:r>
            <a:r>
              <a:rPr lang="ru-RU" sz="1200" b="0" i="0" kern="1200" dirty="0">
                <a:solidFill>
                  <a:schemeClr val="tx1"/>
                </a:solidFill>
                <a:effectLst/>
                <a:latin typeface="+mn-lt"/>
                <a:ea typeface="+mn-ea"/>
                <a:cs typeface="+mn-cs"/>
              </a:rPr>
              <a:t>.</a:t>
            </a:r>
            <a:endParaRPr lang="ru-RU" dirty="0"/>
          </a:p>
        </p:txBody>
      </p:sp>
      <p:sp>
        <p:nvSpPr>
          <p:cNvPr id="4" name="Slide Number Placeholder 3"/>
          <p:cNvSpPr>
            <a:spLocks noGrp="1"/>
          </p:cNvSpPr>
          <p:nvPr>
            <p:ph type="sldNum" sz="quarter" idx="10"/>
          </p:nvPr>
        </p:nvSpPr>
        <p:spPr/>
        <p:txBody>
          <a:bodyPr/>
          <a:lstStyle/>
          <a:p>
            <a:fld id="{9C003A2D-F27E-469C-ADB1-04668A9E28C3}" type="slidenum">
              <a:rPr lang="ru-RU" smtClean="0"/>
              <a:t>41</a:t>
            </a:fld>
            <a:endParaRPr lang="ru-RU"/>
          </a:p>
        </p:txBody>
      </p:sp>
    </p:spTree>
    <p:extLst>
      <p:ext uri="{BB962C8B-B14F-4D97-AF65-F5344CB8AC3E}">
        <p14:creationId xmlns:p14="http://schemas.microsoft.com/office/powerpoint/2010/main" val="7537389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sz="1200" b="0" i="0" kern="1200" dirty="0" err="1">
                <a:solidFill>
                  <a:schemeClr val="tx1"/>
                </a:solidFill>
                <a:effectLst/>
                <a:latin typeface="+mn-lt"/>
                <a:ea typeface="+mn-ea"/>
                <a:cs typeface="+mn-cs"/>
              </a:rPr>
              <a:t>Vector</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Hashtable</a:t>
            </a:r>
            <a:r>
              <a:rPr lang="ru-RU" sz="1200" b="0" i="0" kern="1200" dirty="0">
                <a:solidFill>
                  <a:schemeClr val="tx1"/>
                </a:solidFill>
                <a:effectLst/>
                <a:latin typeface="+mn-lt"/>
                <a:ea typeface="+mn-ea"/>
                <a:cs typeface="+mn-cs"/>
              </a:rPr>
              <a:t> — это старые коллекции, предшественники </a:t>
            </a:r>
            <a:r>
              <a:rPr lang="ru-RU" sz="1200" b="0" i="0" kern="1200" dirty="0" err="1">
                <a:solidFill>
                  <a:schemeClr val="tx1"/>
                </a:solidFill>
                <a:effectLst/>
                <a:latin typeface="+mn-lt"/>
                <a:ea typeface="+mn-ea"/>
                <a:cs typeface="+mn-cs"/>
              </a:rPr>
              <a:t>ArrayList</a:t>
            </a:r>
            <a:r>
              <a:rPr lang="ru-RU" sz="1200" b="0" i="0" kern="1200" dirty="0">
                <a:solidFill>
                  <a:schemeClr val="tx1"/>
                </a:solidFill>
                <a:effectLst/>
                <a:latin typeface="+mn-lt"/>
                <a:ea typeface="+mn-ea"/>
                <a:cs typeface="+mn-cs"/>
              </a:rPr>
              <a:t> и </a:t>
            </a:r>
            <a:r>
              <a:rPr lang="ru-RU" sz="1200" b="0" i="0" kern="1200" dirty="0" err="1">
                <a:solidFill>
                  <a:schemeClr val="tx1"/>
                </a:solidFill>
                <a:effectLst/>
                <a:latin typeface="+mn-lt"/>
                <a:ea typeface="+mn-ea"/>
                <a:cs typeface="+mn-cs"/>
              </a:rPr>
              <a:t>HashMap</a:t>
            </a:r>
            <a:r>
              <a:rPr lang="ru-RU" sz="1200" b="0" i="0" kern="1200" dirty="0">
                <a:solidFill>
                  <a:schemeClr val="tx1"/>
                </a:solidFill>
                <a:effectLst/>
                <a:latin typeface="+mn-lt"/>
                <a:ea typeface="+mn-ea"/>
                <a:cs typeface="+mn-cs"/>
              </a:rPr>
              <a:t> соответственно. Они обеспечивают </a:t>
            </a:r>
            <a:r>
              <a:rPr lang="ru-RU" sz="1200" b="0" i="0" kern="1200" dirty="0" err="1">
                <a:solidFill>
                  <a:schemeClr val="tx1"/>
                </a:solidFill>
                <a:effectLst/>
                <a:latin typeface="+mn-lt"/>
                <a:ea typeface="+mn-ea"/>
                <a:cs typeface="+mn-cs"/>
              </a:rPr>
              <a:t>потокобезопасность</a:t>
            </a:r>
            <a:r>
              <a:rPr lang="ru-RU" sz="1200" b="0" i="0" kern="1200" dirty="0">
                <a:solidFill>
                  <a:schemeClr val="tx1"/>
                </a:solidFill>
                <a:effectLst/>
                <a:latin typeface="+mn-lt"/>
                <a:ea typeface="+mn-ea"/>
                <a:cs typeface="+mn-cs"/>
              </a:rPr>
              <a:t> за счёт синхронизации всех своих методов. Однако, из-за постоянной синхронизации использование этих коллекций может приводить к снижению производительности, особенно при высоких нагрузках.</a:t>
            </a:r>
          </a:p>
          <a:p>
            <a:r>
              <a:rPr lang="ru-RU" sz="1200" b="0" i="0" kern="1200" dirty="0">
                <a:solidFill>
                  <a:schemeClr val="tx1"/>
                </a:solidFill>
                <a:effectLst/>
                <a:latin typeface="+mn-lt"/>
                <a:ea typeface="+mn-ea"/>
                <a:cs typeface="+mn-cs"/>
              </a:rPr>
              <a:t>Для повышения производительности в многопоточной среде, </a:t>
            </a:r>
            <a:r>
              <a:rPr lang="ru-RU" sz="1200" b="0" i="0" kern="1200" dirty="0" err="1">
                <a:solidFill>
                  <a:schemeClr val="tx1"/>
                </a:solidFill>
                <a:effectLst/>
                <a:latin typeface="+mn-lt"/>
                <a:ea typeface="+mn-ea"/>
                <a:cs typeface="+mn-cs"/>
              </a:rPr>
              <a:t>Java</a:t>
            </a:r>
            <a:r>
              <a:rPr lang="ru-RU" sz="1200" b="0" i="0" kern="1200" dirty="0">
                <a:solidFill>
                  <a:schemeClr val="tx1"/>
                </a:solidFill>
                <a:effectLst/>
                <a:latin typeface="+mn-lt"/>
                <a:ea typeface="+mn-ea"/>
                <a:cs typeface="+mn-cs"/>
              </a:rPr>
              <a:t> предоставляет более современные </a:t>
            </a:r>
            <a:r>
              <a:rPr lang="ru-RU" sz="1200" b="0" i="0" kern="1200" dirty="0" err="1">
                <a:solidFill>
                  <a:schemeClr val="tx1"/>
                </a:solidFill>
                <a:effectLst/>
                <a:latin typeface="+mn-lt"/>
                <a:ea typeface="+mn-ea"/>
                <a:cs typeface="+mn-cs"/>
              </a:rPr>
              <a:t>потокобезопасные</a:t>
            </a:r>
            <a:r>
              <a:rPr lang="ru-RU" sz="1200" b="0" i="0" kern="1200" dirty="0">
                <a:solidFill>
                  <a:schemeClr val="tx1"/>
                </a:solidFill>
                <a:effectLst/>
                <a:latin typeface="+mn-lt"/>
                <a:ea typeface="+mn-ea"/>
                <a:cs typeface="+mn-cs"/>
              </a:rPr>
              <a:t> коллекции, доступные в пакете </a:t>
            </a:r>
            <a:r>
              <a:rPr lang="ru-RU" sz="1200" b="0" i="0" kern="1200" dirty="0" err="1">
                <a:solidFill>
                  <a:schemeClr val="tx1"/>
                </a:solidFill>
                <a:effectLst/>
                <a:latin typeface="+mn-lt"/>
                <a:ea typeface="+mn-ea"/>
                <a:cs typeface="+mn-cs"/>
              </a:rPr>
              <a:t>java.util.concurrent</a:t>
            </a:r>
            <a:r>
              <a:rPr lang="ru-RU" sz="1200" b="0" i="0" kern="1200" dirty="0">
                <a:solidFill>
                  <a:schemeClr val="tx1"/>
                </a:solidFill>
                <a:effectLst/>
                <a:latin typeface="+mn-lt"/>
                <a:ea typeface="+mn-ea"/>
                <a:cs typeface="+mn-cs"/>
              </a:rPr>
              <a:t>.</a:t>
            </a:r>
            <a:endParaRPr lang="ru-RU" dirty="0"/>
          </a:p>
          <a:p>
            <a:r>
              <a:rPr lang="ru-RU" dirty="0"/>
              <a:t>Пакет </a:t>
            </a:r>
            <a:r>
              <a:rPr lang="ru-RU" dirty="0" err="1"/>
              <a:t>java.util.concurrent</a:t>
            </a:r>
            <a:r>
              <a:rPr lang="ru-RU" dirty="0"/>
              <a:t> включает ряд дополнений к </a:t>
            </a:r>
            <a:r>
              <a:rPr lang="ru-RU" dirty="0" err="1"/>
              <a:t>Java</a:t>
            </a:r>
            <a:r>
              <a:rPr lang="ru-RU" dirty="0"/>
              <a:t> </a:t>
            </a:r>
            <a:r>
              <a:rPr lang="ru-RU" dirty="0" err="1"/>
              <a:t>Collections</a:t>
            </a:r>
            <a:r>
              <a:rPr lang="ru-RU" dirty="0"/>
              <a:t> </a:t>
            </a:r>
            <a:r>
              <a:rPr lang="ru-RU" dirty="0" err="1"/>
              <a:t>Framework</a:t>
            </a:r>
            <a:r>
              <a:rPr lang="ru-RU" dirty="0"/>
              <a:t>. Их проще всего классифицировать по предоставленным интерфейсам коллекций:</a:t>
            </a:r>
          </a:p>
          <a:p>
            <a:r>
              <a:rPr lang="ru-RU" dirty="0" err="1"/>
              <a:t>ConcurrentHashMap</a:t>
            </a:r>
            <a:r>
              <a:rPr lang="ru-RU" dirty="0"/>
              <a:t>&lt;K, V&gt; — здесь данные представлены в виде сегментов, которые разбиты по </a:t>
            </a:r>
            <a:r>
              <a:rPr lang="ru-RU" dirty="0" err="1"/>
              <a:t>hash'ам</a:t>
            </a:r>
            <a:r>
              <a:rPr lang="ru-RU" dirty="0"/>
              <a:t> ключей. По итогу, если вам нужен доступ, то </a:t>
            </a:r>
            <a:r>
              <a:rPr lang="ru-RU" dirty="0" err="1"/>
              <a:t>лочится</a:t>
            </a:r>
            <a:r>
              <a:rPr lang="ru-RU" dirty="0"/>
              <a:t> сегмент, а не объект. </a:t>
            </a:r>
          </a:p>
          <a:p>
            <a:endParaRPr lang="ru-RU" b="1" dirty="0"/>
          </a:p>
        </p:txBody>
      </p:sp>
      <p:sp>
        <p:nvSpPr>
          <p:cNvPr id="4" name="Slide Number Placeholder 3"/>
          <p:cNvSpPr>
            <a:spLocks noGrp="1"/>
          </p:cNvSpPr>
          <p:nvPr>
            <p:ph type="sldNum" sz="quarter" idx="5"/>
          </p:nvPr>
        </p:nvSpPr>
        <p:spPr/>
        <p:txBody>
          <a:bodyPr/>
          <a:lstStyle/>
          <a:p>
            <a:fld id="{9C003A2D-F27E-469C-ADB1-04668A9E28C3}" type="slidenum">
              <a:rPr lang="ru-RU" smtClean="0"/>
              <a:t>42</a:t>
            </a:fld>
            <a:endParaRPr lang="ru-RU"/>
          </a:p>
        </p:txBody>
      </p:sp>
    </p:spTree>
    <p:extLst>
      <p:ext uri="{BB962C8B-B14F-4D97-AF65-F5344CB8AC3E}">
        <p14:creationId xmlns:p14="http://schemas.microsoft.com/office/powerpoint/2010/main" val="2553271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endParaRPr lang="ru-RU"/>
          </a:p>
        </p:txBody>
      </p:sp>
      <p:sp>
        <p:nvSpPr>
          <p:cNvPr id="3" name="PlaceHolder 2"/>
          <p:cNvSpPr>
            <a:spLocks noGrp="1"/>
          </p:cNvSpPr>
          <p:nvPr>
            <p:ph type="sldNum" idx="2"/>
          </p:nvPr>
        </p:nvSpPr>
        <p:spPr/>
        <p:txBody>
          <a:bodyPr/>
          <a:lstStyle/>
          <a:p>
            <a:fld id="{2559BB7A-F704-4182-B16A-69B3F5ADA7F7}" type="slidenum">
              <a:rPr lang="ru-RU" smtClean="0"/>
              <a:t>‹#›</a:t>
            </a:fld>
            <a:endParaRPr lang="ru-RU"/>
          </a:p>
        </p:txBody>
      </p:sp>
      <p:sp>
        <p:nvSpPr>
          <p:cNvPr id="4" name="PlaceHolder 3"/>
          <p:cNvSpPr>
            <a:spLocks noGrp="1"/>
          </p:cNvSpPr>
          <p:nvPr>
            <p:ph type="dt" idx="3"/>
          </p:nvPr>
        </p:nvSpPr>
        <p:spPr/>
        <p:txBody>
          <a:bodyPr/>
          <a:lstStyle/>
          <a:p>
            <a:endParaRPr lang="ru-RU"/>
          </a:p>
        </p:txBody>
      </p:sp>
    </p:spTree>
    <p:extLst>
      <p:ext uri="{BB962C8B-B14F-4D97-AF65-F5344CB8AC3E}">
        <p14:creationId xmlns:p14="http://schemas.microsoft.com/office/powerpoint/2010/main" val="96188622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6" name="PlaceHolder 2"/>
          <p:cNvSpPr>
            <a:spLocks noGrp="1"/>
          </p:cNvSpPr>
          <p:nvPr>
            <p:ph type="subTitle"/>
          </p:nvPr>
        </p:nvSpPr>
        <p:spPr>
          <a:xfrm>
            <a:off x="609600" y="1604640"/>
            <a:ext cx="10972320" cy="3977280"/>
          </a:xfrm>
          <a:prstGeom prst="rect">
            <a:avLst/>
          </a:prstGeom>
          <a:noFill/>
          <a:ln w="0">
            <a:noFill/>
          </a:ln>
        </p:spPr>
        <p:txBody>
          <a:bodyPr lIns="0" tIns="0" rIns="0" bIns="0" anchor="ctr">
            <a:noAutofit/>
          </a:bodyPr>
          <a:lstStyle>
            <a:lvl1pPr indent="0" algn="ctr">
              <a:buNone/>
              <a:defRPr/>
            </a:lvl1pPr>
          </a:lstStyle>
          <a:p>
            <a:pPr indent="0" algn="ctr">
              <a:buNone/>
            </a:pPr>
            <a:r>
              <a:rPr lang="en-US" sz="4267" b="0" strike="noStrike" spc="-1">
                <a:solidFill>
                  <a:srgbClr val="000000"/>
                </a:solidFill>
                <a:latin typeface="Arial"/>
              </a:rPr>
              <a:t>Click to edit Master subtitle style</a:t>
            </a:r>
            <a:endParaRPr lang="ru-RU" sz="4267" b="0" strike="noStrike" spc="-1">
              <a:solidFill>
                <a:srgbClr val="000000"/>
              </a:solidFill>
              <a:latin typeface="Arial"/>
            </a:endParaRPr>
          </a:p>
        </p:txBody>
      </p:sp>
      <p:sp>
        <p:nvSpPr>
          <p:cNvPr id="4" name="PlaceHolder 3"/>
          <p:cNvSpPr>
            <a:spLocks noGrp="1"/>
          </p:cNvSpPr>
          <p:nvPr>
            <p:ph type="ftr" idx="1"/>
          </p:nvPr>
        </p:nvSpPr>
        <p:spPr/>
        <p:txBody>
          <a:bodyPr/>
          <a:lstStyle/>
          <a:p>
            <a:endParaRPr lang="ru-RU"/>
          </a:p>
        </p:txBody>
      </p:sp>
      <p:sp>
        <p:nvSpPr>
          <p:cNvPr id="2" name="PlaceHolder 4"/>
          <p:cNvSpPr>
            <a:spLocks noGrp="1"/>
          </p:cNvSpPr>
          <p:nvPr>
            <p:ph type="sldNum" idx="2"/>
          </p:nvPr>
        </p:nvSpPr>
        <p:spPr/>
        <p:txBody>
          <a:bodyPr/>
          <a:lstStyle/>
          <a:p>
            <a:fld id="{2559BB7A-F704-4182-B16A-69B3F5ADA7F7}" type="slidenum">
              <a:rPr lang="ru-RU" smtClean="0"/>
              <a:t>‹#›</a:t>
            </a:fld>
            <a:endParaRPr lang="ru-RU"/>
          </a:p>
        </p:txBody>
      </p:sp>
      <p:sp>
        <p:nvSpPr>
          <p:cNvPr id="3" name="PlaceHolder 5"/>
          <p:cNvSpPr>
            <a:spLocks noGrp="1"/>
          </p:cNvSpPr>
          <p:nvPr>
            <p:ph type="dt" idx="3"/>
          </p:nvPr>
        </p:nvSpPr>
        <p:spPr/>
        <p:txBody>
          <a:bodyPr/>
          <a:lstStyle/>
          <a:p>
            <a:endParaRPr lang="ru-RU"/>
          </a:p>
        </p:txBody>
      </p:sp>
    </p:spTree>
    <p:extLst>
      <p:ext uri="{BB962C8B-B14F-4D97-AF65-F5344CB8AC3E}">
        <p14:creationId xmlns:p14="http://schemas.microsoft.com/office/powerpoint/2010/main" val="381744653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8" name="PlaceHolder 2"/>
          <p:cNvSpPr>
            <a:spLocks noGrp="1"/>
          </p:cNvSpPr>
          <p:nvPr>
            <p:ph/>
          </p:nvPr>
        </p:nvSpPr>
        <p:spPr>
          <a:xfrm>
            <a:off x="609600" y="1604640"/>
            <a:ext cx="1097232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4" name="PlaceHolder 3"/>
          <p:cNvSpPr>
            <a:spLocks noGrp="1"/>
          </p:cNvSpPr>
          <p:nvPr>
            <p:ph type="ftr" idx="1"/>
          </p:nvPr>
        </p:nvSpPr>
        <p:spPr/>
        <p:txBody>
          <a:bodyPr/>
          <a:lstStyle/>
          <a:p>
            <a:endParaRPr lang="ru-RU"/>
          </a:p>
        </p:txBody>
      </p:sp>
      <p:sp>
        <p:nvSpPr>
          <p:cNvPr id="5" name="PlaceHolder 4"/>
          <p:cNvSpPr>
            <a:spLocks noGrp="1"/>
          </p:cNvSpPr>
          <p:nvPr>
            <p:ph type="sldNum" idx="2"/>
          </p:nvPr>
        </p:nvSpPr>
        <p:spPr/>
        <p:txBody>
          <a:bodyPr/>
          <a:lstStyle/>
          <a:p>
            <a:fld id="{2559BB7A-F704-4182-B16A-69B3F5ADA7F7}" type="slidenum">
              <a:rPr lang="ru-RU" smtClean="0"/>
              <a:t>‹#›</a:t>
            </a:fld>
            <a:endParaRPr lang="ru-RU"/>
          </a:p>
        </p:txBody>
      </p:sp>
      <p:sp>
        <p:nvSpPr>
          <p:cNvPr id="6" name="PlaceHolder 5"/>
          <p:cNvSpPr>
            <a:spLocks noGrp="1"/>
          </p:cNvSpPr>
          <p:nvPr>
            <p:ph type="dt" idx="3"/>
          </p:nvPr>
        </p:nvSpPr>
        <p:spPr/>
        <p:txBody>
          <a:bodyPr/>
          <a:lstStyle/>
          <a:p>
            <a:endParaRPr lang="ru-RU"/>
          </a:p>
        </p:txBody>
      </p:sp>
    </p:spTree>
    <p:extLst>
      <p:ext uri="{BB962C8B-B14F-4D97-AF65-F5344CB8AC3E}">
        <p14:creationId xmlns:p14="http://schemas.microsoft.com/office/powerpoint/2010/main" val="157624661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10" name="PlaceHolder 2"/>
          <p:cNvSpPr>
            <a:spLocks noGrp="1"/>
          </p:cNvSpPr>
          <p:nvPr>
            <p:ph/>
          </p:nvPr>
        </p:nvSpPr>
        <p:spPr>
          <a:xfrm>
            <a:off x="60960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11" name="PlaceHolder 3"/>
          <p:cNvSpPr>
            <a:spLocks noGrp="1"/>
          </p:cNvSpPr>
          <p:nvPr>
            <p:ph/>
          </p:nvPr>
        </p:nvSpPr>
        <p:spPr>
          <a:xfrm>
            <a:off x="623232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5" name="PlaceHolder 4"/>
          <p:cNvSpPr>
            <a:spLocks noGrp="1"/>
          </p:cNvSpPr>
          <p:nvPr>
            <p:ph type="ftr" idx="1"/>
          </p:nvPr>
        </p:nvSpPr>
        <p:spPr/>
        <p:txBody>
          <a:bodyPr/>
          <a:lstStyle/>
          <a:p>
            <a:endParaRPr lang="ru-RU"/>
          </a:p>
        </p:txBody>
      </p:sp>
      <p:sp>
        <p:nvSpPr>
          <p:cNvPr id="6" name="PlaceHolder 5"/>
          <p:cNvSpPr>
            <a:spLocks noGrp="1"/>
          </p:cNvSpPr>
          <p:nvPr>
            <p:ph type="sldNum" idx="2"/>
          </p:nvPr>
        </p:nvSpPr>
        <p:spPr/>
        <p:txBody>
          <a:bodyPr/>
          <a:lstStyle/>
          <a:p>
            <a:fld id="{2559BB7A-F704-4182-B16A-69B3F5ADA7F7}" type="slidenum">
              <a:rPr lang="ru-RU" smtClean="0"/>
              <a:t>‹#›</a:t>
            </a:fld>
            <a:endParaRPr lang="ru-RU"/>
          </a:p>
        </p:txBody>
      </p:sp>
      <p:sp>
        <p:nvSpPr>
          <p:cNvPr id="7" name="PlaceHolder 6"/>
          <p:cNvSpPr>
            <a:spLocks noGrp="1"/>
          </p:cNvSpPr>
          <p:nvPr>
            <p:ph type="dt" idx="3"/>
          </p:nvPr>
        </p:nvSpPr>
        <p:spPr/>
        <p:txBody>
          <a:bodyPr/>
          <a:lstStyle/>
          <a:p>
            <a:endParaRPr lang="ru-RU"/>
          </a:p>
        </p:txBody>
      </p:sp>
    </p:spTree>
    <p:extLst>
      <p:ext uri="{BB962C8B-B14F-4D97-AF65-F5344CB8AC3E}">
        <p14:creationId xmlns:p14="http://schemas.microsoft.com/office/powerpoint/2010/main" val="419776238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3" name="PlaceHolder 2"/>
          <p:cNvSpPr>
            <a:spLocks noGrp="1"/>
          </p:cNvSpPr>
          <p:nvPr>
            <p:ph type="ftr" idx="1"/>
          </p:nvPr>
        </p:nvSpPr>
        <p:spPr/>
        <p:txBody>
          <a:bodyPr/>
          <a:lstStyle/>
          <a:p>
            <a:endParaRPr lang="ru-RU"/>
          </a:p>
        </p:txBody>
      </p:sp>
      <p:sp>
        <p:nvSpPr>
          <p:cNvPr id="4" name="PlaceHolder 3"/>
          <p:cNvSpPr>
            <a:spLocks noGrp="1"/>
          </p:cNvSpPr>
          <p:nvPr>
            <p:ph type="sldNum" idx="2"/>
          </p:nvPr>
        </p:nvSpPr>
        <p:spPr/>
        <p:txBody>
          <a:bodyPr/>
          <a:lstStyle/>
          <a:p>
            <a:fld id="{2559BB7A-F704-4182-B16A-69B3F5ADA7F7}" type="slidenum">
              <a:rPr lang="ru-RU" smtClean="0"/>
              <a:t>‹#›</a:t>
            </a:fld>
            <a:endParaRPr lang="ru-RU"/>
          </a:p>
        </p:txBody>
      </p:sp>
      <p:sp>
        <p:nvSpPr>
          <p:cNvPr id="5" name="PlaceHolder 4"/>
          <p:cNvSpPr>
            <a:spLocks noGrp="1"/>
          </p:cNvSpPr>
          <p:nvPr>
            <p:ph type="dt" idx="3"/>
          </p:nvPr>
        </p:nvSpPr>
        <p:spPr/>
        <p:txBody>
          <a:bodyPr/>
          <a:lstStyle/>
          <a:p>
            <a:endParaRPr lang="ru-RU"/>
          </a:p>
        </p:txBody>
      </p:sp>
    </p:spTree>
    <p:extLst>
      <p:ext uri="{BB962C8B-B14F-4D97-AF65-F5344CB8AC3E}">
        <p14:creationId xmlns:p14="http://schemas.microsoft.com/office/powerpoint/2010/main" val="334669296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600" y="273600"/>
            <a:ext cx="10972320" cy="5308320"/>
          </a:xfrm>
          <a:prstGeom prst="rect">
            <a:avLst/>
          </a:prstGeom>
          <a:noFill/>
          <a:ln w="0">
            <a:noFill/>
          </a:ln>
        </p:spPr>
        <p:txBody>
          <a:bodyPr lIns="0" tIns="0" rIns="0" bIns="0" anchor="ctr">
            <a:noAutofit/>
          </a:bodyPr>
          <a:lstStyle/>
          <a:p>
            <a:pPr algn="ctr"/>
            <a:r>
              <a:rPr lang="en-US" sz="4267" b="0" strike="noStrike" spc="-1">
                <a:solidFill>
                  <a:srgbClr val="000000"/>
                </a:solidFill>
                <a:latin typeface="Arial"/>
              </a:rPr>
              <a:t>Click to edit Master subtitle style</a:t>
            </a:r>
            <a:endParaRPr lang="ru-RU" sz="4267" b="0" strike="noStrike" spc="-1">
              <a:solidFill>
                <a:srgbClr val="000000"/>
              </a:solidFill>
              <a:latin typeface="Arial"/>
            </a:endParaRPr>
          </a:p>
        </p:txBody>
      </p:sp>
      <p:sp>
        <p:nvSpPr>
          <p:cNvPr id="3" name="PlaceHolder 2"/>
          <p:cNvSpPr>
            <a:spLocks noGrp="1"/>
          </p:cNvSpPr>
          <p:nvPr>
            <p:ph type="ftr" idx="1"/>
          </p:nvPr>
        </p:nvSpPr>
        <p:spPr/>
        <p:txBody>
          <a:bodyPr/>
          <a:lstStyle/>
          <a:p>
            <a:endParaRPr lang="ru-RU"/>
          </a:p>
        </p:txBody>
      </p:sp>
      <p:sp>
        <p:nvSpPr>
          <p:cNvPr id="4" name="PlaceHolder 3"/>
          <p:cNvSpPr>
            <a:spLocks noGrp="1"/>
          </p:cNvSpPr>
          <p:nvPr>
            <p:ph type="sldNum" idx="2"/>
          </p:nvPr>
        </p:nvSpPr>
        <p:spPr/>
        <p:txBody>
          <a:bodyPr/>
          <a:lstStyle/>
          <a:p>
            <a:fld id="{2559BB7A-F704-4182-B16A-69B3F5ADA7F7}" type="slidenum">
              <a:rPr lang="ru-RU" smtClean="0"/>
              <a:t>‹#›</a:t>
            </a:fld>
            <a:endParaRPr lang="ru-RU"/>
          </a:p>
        </p:txBody>
      </p:sp>
      <p:sp>
        <p:nvSpPr>
          <p:cNvPr id="5" name="PlaceHolder 4"/>
          <p:cNvSpPr>
            <a:spLocks noGrp="1"/>
          </p:cNvSpPr>
          <p:nvPr>
            <p:ph type="dt" idx="3"/>
          </p:nvPr>
        </p:nvSpPr>
        <p:spPr/>
        <p:txBody>
          <a:bodyPr/>
          <a:lstStyle/>
          <a:p>
            <a:endParaRPr lang="ru-RU"/>
          </a:p>
        </p:txBody>
      </p:sp>
    </p:spTree>
    <p:extLst>
      <p:ext uri="{BB962C8B-B14F-4D97-AF65-F5344CB8AC3E}">
        <p14:creationId xmlns:p14="http://schemas.microsoft.com/office/powerpoint/2010/main" val="44876856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15" name="PlaceHolder 2"/>
          <p:cNvSpPr>
            <a:spLocks noGrp="1"/>
          </p:cNvSpPr>
          <p:nvPr>
            <p:ph/>
          </p:nvPr>
        </p:nvSpPr>
        <p:spPr>
          <a:xfrm>
            <a:off x="60960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16" name="PlaceHolder 3"/>
          <p:cNvSpPr>
            <a:spLocks noGrp="1"/>
          </p:cNvSpPr>
          <p:nvPr>
            <p:ph/>
          </p:nvPr>
        </p:nvSpPr>
        <p:spPr>
          <a:xfrm>
            <a:off x="623232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17" name="PlaceHolder 4"/>
          <p:cNvSpPr>
            <a:spLocks noGrp="1"/>
          </p:cNvSpPr>
          <p:nvPr>
            <p:ph/>
          </p:nvPr>
        </p:nvSpPr>
        <p:spPr>
          <a:xfrm>
            <a:off x="60960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 name="PlaceHolder 5"/>
          <p:cNvSpPr>
            <a:spLocks noGrp="1"/>
          </p:cNvSpPr>
          <p:nvPr>
            <p:ph type="ftr" idx="1"/>
          </p:nvPr>
        </p:nvSpPr>
        <p:spPr/>
        <p:txBody>
          <a:bodyPr/>
          <a:lstStyle/>
          <a:p>
            <a:endParaRPr lang="ru-RU"/>
          </a:p>
        </p:txBody>
      </p:sp>
      <p:sp>
        <p:nvSpPr>
          <p:cNvPr id="7" name="PlaceHolder 6"/>
          <p:cNvSpPr>
            <a:spLocks noGrp="1"/>
          </p:cNvSpPr>
          <p:nvPr>
            <p:ph type="sldNum" idx="2"/>
          </p:nvPr>
        </p:nvSpPr>
        <p:spPr/>
        <p:txBody>
          <a:bodyPr/>
          <a:lstStyle/>
          <a:p>
            <a:fld id="{2559BB7A-F704-4182-B16A-69B3F5ADA7F7}" type="slidenum">
              <a:rPr lang="ru-RU" smtClean="0"/>
              <a:t>‹#›</a:t>
            </a:fld>
            <a:endParaRPr lang="ru-RU"/>
          </a:p>
        </p:txBody>
      </p:sp>
      <p:sp>
        <p:nvSpPr>
          <p:cNvPr id="8" name="PlaceHolder 7"/>
          <p:cNvSpPr>
            <a:spLocks noGrp="1"/>
          </p:cNvSpPr>
          <p:nvPr>
            <p:ph type="dt" idx="3"/>
          </p:nvPr>
        </p:nvSpPr>
        <p:spPr/>
        <p:txBody>
          <a:bodyPr/>
          <a:lstStyle/>
          <a:p>
            <a:endParaRPr lang="ru-RU"/>
          </a:p>
        </p:txBody>
      </p:sp>
    </p:spTree>
    <p:extLst>
      <p:ext uri="{BB962C8B-B14F-4D97-AF65-F5344CB8AC3E}">
        <p14:creationId xmlns:p14="http://schemas.microsoft.com/office/powerpoint/2010/main" val="19162747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19" name="PlaceHolder 2"/>
          <p:cNvSpPr>
            <a:spLocks noGrp="1"/>
          </p:cNvSpPr>
          <p:nvPr>
            <p:ph/>
          </p:nvPr>
        </p:nvSpPr>
        <p:spPr>
          <a:xfrm>
            <a:off x="60960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20" name="PlaceHolder 3"/>
          <p:cNvSpPr>
            <a:spLocks noGrp="1"/>
          </p:cNvSpPr>
          <p:nvPr>
            <p:ph/>
          </p:nvPr>
        </p:nvSpPr>
        <p:spPr>
          <a:xfrm>
            <a:off x="623232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21" name="PlaceHolder 4"/>
          <p:cNvSpPr>
            <a:spLocks noGrp="1"/>
          </p:cNvSpPr>
          <p:nvPr>
            <p:ph/>
          </p:nvPr>
        </p:nvSpPr>
        <p:spPr>
          <a:xfrm>
            <a:off x="623232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 name="PlaceHolder 5"/>
          <p:cNvSpPr>
            <a:spLocks noGrp="1"/>
          </p:cNvSpPr>
          <p:nvPr>
            <p:ph type="ftr" idx="1"/>
          </p:nvPr>
        </p:nvSpPr>
        <p:spPr/>
        <p:txBody>
          <a:bodyPr/>
          <a:lstStyle/>
          <a:p>
            <a:endParaRPr lang="ru-RU"/>
          </a:p>
        </p:txBody>
      </p:sp>
      <p:sp>
        <p:nvSpPr>
          <p:cNvPr id="7" name="PlaceHolder 6"/>
          <p:cNvSpPr>
            <a:spLocks noGrp="1"/>
          </p:cNvSpPr>
          <p:nvPr>
            <p:ph type="sldNum" idx="2"/>
          </p:nvPr>
        </p:nvSpPr>
        <p:spPr/>
        <p:txBody>
          <a:bodyPr/>
          <a:lstStyle/>
          <a:p>
            <a:fld id="{2559BB7A-F704-4182-B16A-69B3F5ADA7F7}" type="slidenum">
              <a:rPr lang="ru-RU" smtClean="0"/>
              <a:t>‹#›</a:t>
            </a:fld>
            <a:endParaRPr lang="ru-RU"/>
          </a:p>
        </p:txBody>
      </p:sp>
      <p:sp>
        <p:nvSpPr>
          <p:cNvPr id="8" name="PlaceHolder 7"/>
          <p:cNvSpPr>
            <a:spLocks noGrp="1"/>
          </p:cNvSpPr>
          <p:nvPr>
            <p:ph type="dt" idx="3"/>
          </p:nvPr>
        </p:nvSpPr>
        <p:spPr/>
        <p:txBody>
          <a:bodyPr/>
          <a:lstStyle/>
          <a:p>
            <a:endParaRPr lang="ru-RU"/>
          </a:p>
        </p:txBody>
      </p:sp>
    </p:spTree>
    <p:extLst>
      <p:ext uri="{BB962C8B-B14F-4D97-AF65-F5344CB8AC3E}">
        <p14:creationId xmlns:p14="http://schemas.microsoft.com/office/powerpoint/2010/main" val="325171837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23" name="PlaceHolder 2"/>
          <p:cNvSpPr>
            <a:spLocks noGrp="1"/>
          </p:cNvSpPr>
          <p:nvPr>
            <p:ph/>
          </p:nvPr>
        </p:nvSpPr>
        <p:spPr>
          <a:xfrm>
            <a:off x="60960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24" name="PlaceHolder 3"/>
          <p:cNvSpPr>
            <a:spLocks noGrp="1"/>
          </p:cNvSpPr>
          <p:nvPr>
            <p:ph/>
          </p:nvPr>
        </p:nvSpPr>
        <p:spPr>
          <a:xfrm>
            <a:off x="623232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25" name="PlaceHolder 4"/>
          <p:cNvSpPr>
            <a:spLocks noGrp="1"/>
          </p:cNvSpPr>
          <p:nvPr>
            <p:ph/>
          </p:nvPr>
        </p:nvSpPr>
        <p:spPr>
          <a:xfrm>
            <a:off x="609600" y="3682560"/>
            <a:ext cx="1097232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 name="PlaceHolder 5"/>
          <p:cNvSpPr>
            <a:spLocks noGrp="1"/>
          </p:cNvSpPr>
          <p:nvPr>
            <p:ph type="ftr" idx="1"/>
          </p:nvPr>
        </p:nvSpPr>
        <p:spPr/>
        <p:txBody>
          <a:bodyPr/>
          <a:lstStyle/>
          <a:p>
            <a:endParaRPr lang="ru-RU"/>
          </a:p>
        </p:txBody>
      </p:sp>
      <p:sp>
        <p:nvSpPr>
          <p:cNvPr id="7" name="PlaceHolder 6"/>
          <p:cNvSpPr>
            <a:spLocks noGrp="1"/>
          </p:cNvSpPr>
          <p:nvPr>
            <p:ph type="sldNum" idx="2"/>
          </p:nvPr>
        </p:nvSpPr>
        <p:spPr/>
        <p:txBody>
          <a:bodyPr/>
          <a:lstStyle/>
          <a:p>
            <a:fld id="{2559BB7A-F704-4182-B16A-69B3F5ADA7F7}" type="slidenum">
              <a:rPr lang="ru-RU" smtClean="0"/>
              <a:t>‹#›</a:t>
            </a:fld>
            <a:endParaRPr lang="ru-RU"/>
          </a:p>
        </p:txBody>
      </p:sp>
      <p:sp>
        <p:nvSpPr>
          <p:cNvPr id="8" name="PlaceHolder 7"/>
          <p:cNvSpPr>
            <a:spLocks noGrp="1"/>
          </p:cNvSpPr>
          <p:nvPr>
            <p:ph type="dt" idx="3"/>
          </p:nvPr>
        </p:nvSpPr>
        <p:spPr/>
        <p:txBody>
          <a:bodyPr/>
          <a:lstStyle/>
          <a:p>
            <a:endParaRPr lang="ru-RU"/>
          </a:p>
        </p:txBody>
      </p:sp>
    </p:spTree>
    <p:extLst>
      <p:ext uri="{BB962C8B-B14F-4D97-AF65-F5344CB8AC3E}">
        <p14:creationId xmlns:p14="http://schemas.microsoft.com/office/powerpoint/2010/main" val="17240136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27" name="PlaceHolder 2"/>
          <p:cNvSpPr>
            <a:spLocks noGrp="1"/>
          </p:cNvSpPr>
          <p:nvPr>
            <p:ph/>
          </p:nvPr>
        </p:nvSpPr>
        <p:spPr>
          <a:xfrm>
            <a:off x="609600" y="1604640"/>
            <a:ext cx="1097232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28" name="PlaceHolder 3"/>
          <p:cNvSpPr>
            <a:spLocks noGrp="1"/>
          </p:cNvSpPr>
          <p:nvPr>
            <p:ph/>
          </p:nvPr>
        </p:nvSpPr>
        <p:spPr>
          <a:xfrm>
            <a:off x="609600" y="3682560"/>
            <a:ext cx="1097232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5" name="PlaceHolder 4"/>
          <p:cNvSpPr>
            <a:spLocks noGrp="1"/>
          </p:cNvSpPr>
          <p:nvPr>
            <p:ph type="ftr" idx="1"/>
          </p:nvPr>
        </p:nvSpPr>
        <p:spPr/>
        <p:txBody>
          <a:bodyPr/>
          <a:lstStyle/>
          <a:p>
            <a:endParaRPr lang="ru-RU"/>
          </a:p>
        </p:txBody>
      </p:sp>
      <p:sp>
        <p:nvSpPr>
          <p:cNvPr id="6" name="PlaceHolder 5"/>
          <p:cNvSpPr>
            <a:spLocks noGrp="1"/>
          </p:cNvSpPr>
          <p:nvPr>
            <p:ph type="sldNum" idx="2"/>
          </p:nvPr>
        </p:nvSpPr>
        <p:spPr/>
        <p:txBody>
          <a:bodyPr/>
          <a:lstStyle/>
          <a:p>
            <a:fld id="{2559BB7A-F704-4182-B16A-69B3F5ADA7F7}" type="slidenum">
              <a:rPr lang="ru-RU" smtClean="0"/>
              <a:t>‹#›</a:t>
            </a:fld>
            <a:endParaRPr lang="ru-RU"/>
          </a:p>
        </p:txBody>
      </p:sp>
      <p:sp>
        <p:nvSpPr>
          <p:cNvPr id="7" name="PlaceHolder 6"/>
          <p:cNvSpPr>
            <a:spLocks noGrp="1"/>
          </p:cNvSpPr>
          <p:nvPr>
            <p:ph type="dt" idx="3"/>
          </p:nvPr>
        </p:nvSpPr>
        <p:spPr/>
        <p:txBody>
          <a:bodyPr/>
          <a:lstStyle/>
          <a:p>
            <a:endParaRPr lang="ru-RU"/>
          </a:p>
        </p:txBody>
      </p:sp>
    </p:spTree>
    <p:extLst>
      <p:ext uri="{BB962C8B-B14F-4D97-AF65-F5344CB8AC3E}">
        <p14:creationId xmlns:p14="http://schemas.microsoft.com/office/powerpoint/2010/main" val="171150470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30" name="PlaceHolder 2"/>
          <p:cNvSpPr>
            <a:spLocks noGrp="1"/>
          </p:cNvSpPr>
          <p:nvPr>
            <p:ph/>
          </p:nvPr>
        </p:nvSpPr>
        <p:spPr>
          <a:xfrm>
            <a:off x="60960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31" name="PlaceHolder 3"/>
          <p:cNvSpPr>
            <a:spLocks noGrp="1"/>
          </p:cNvSpPr>
          <p:nvPr>
            <p:ph/>
          </p:nvPr>
        </p:nvSpPr>
        <p:spPr>
          <a:xfrm>
            <a:off x="623232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32" name="PlaceHolder 4"/>
          <p:cNvSpPr>
            <a:spLocks noGrp="1"/>
          </p:cNvSpPr>
          <p:nvPr>
            <p:ph/>
          </p:nvPr>
        </p:nvSpPr>
        <p:spPr>
          <a:xfrm>
            <a:off x="60960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33" name="PlaceHolder 5"/>
          <p:cNvSpPr>
            <a:spLocks noGrp="1"/>
          </p:cNvSpPr>
          <p:nvPr>
            <p:ph/>
          </p:nvPr>
        </p:nvSpPr>
        <p:spPr>
          <a:xfrm>
            <a:off x="623232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7" name="PlaceHolder 6"/>
          <p:cNvSpPr>
            <a:spLocks noGrp="1"/>
          </p:cNvSpPr>
          <p:nvPr>
            <p:ph type="ftr" idx="1"/>
          </p:nvPr>
        </p:nvSpPr>
        <p:spPr/>
        <p:txBody>
          <a:bodyPr/>
          <a:lstStyle/>
          <a:p>
            <a:endParaRPr lang="ru-RU"/>
          </a:p>
        </p:txBody>
      </p:sp>
      <p:sp>
        <p:nvSpPr>
          <p:cNvPr id="8" name="PlaceHolder 7"/>
          <p:cNvSpPr>
            <a:spLocks noGrp="1"/>
          </p:cNvSpPr>
          <p:nvPr>
            <p:ph type="sldNum" idx="2"/>
          </p:nvPr>
        </p:nvSpPr>
        <p:spPr/>
        <p:txBody>
          <a:bodyPr/>
          <a:lstStyle/>
          <a:p>
            <a:fld id="{2559BB7A-F704-4182-B16A-69B3F5ADA7F7}" type="slidenum">
              <a:rPr lang="ru-RU" smtClean="0"/>
              <a:t>‹#›</a:t>
            </a:fld>
            <a:endParaRPr lang="ru-RU"/>
          </a:p>
        </p:txBody>
      </p:sp>
      <p:sp>
        <p:nvSpPr>
          <p:cNvPr id="9" name="PlaceHolder 8"/>
          <p:cNvSpPr>
            <a:spLocks noGrp="1"/>
          </p:cNvSpPr>
          <p:nvPr>
            <p:ph type="dt" idx="3"/>
          </p:nvPr>
        </p:nvSpPr>
        <p:spPr/>
        <p:txBody>
          <a:bodyPr/>
          <a:lstStyle/>
          <a:p>
            <a:endParaRPr lang="ru-RU"/>
          </a:p>
        </p:txBody>
      </p:sp>
    </p:spTree>
    <p:extLst>
      <p:ext uri="{BB962C8B-B14F-4D97-AF65-F5344CB8AC3E}">
        <p14:creationId xmlns:p14="http://schemas.microsoft.com/office/powerpoint/2010/main" val="299674764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35" name="PlaceHolder 2"/>
          <p:cNvSpPr>
            <a:spLocks noGrp="1"/>
          </p:cNvSpPr>
          <p:nvPr>
            <p:ph/>
          </p:nvPr>
        </p:nvSpPr>
        <p:spPr>
          <a:xfrm>
            <a:off x="609600" y="160464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36" name="PlaceHolder 3"/>
          <p:cNvSpPr>
            <a:spLocks noGrp="1"/>
          </p:cNvSpPr>
          <p:nvPr>
            <p:ph/>
          </p:nvPr>
        </p:nvSpPr>
        <p:spPr>
          <a:xfrm>
            <a:off x="4319520" y="160464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37" name="PlaceHolder 4"/>
          <p:cNvSpPr>
            <a:spLocks noGrp="1"/>
          </p:cNvSpPr>
          <p:nvPr>
            <p:ph/>
          </p:nvPr>
        </p:nvSpPr>
        <p:spPr>
          <a:xfrm>
            <a:off x="8029440" y="160464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38" name="PlaceHolder 5"/>
          <p:cNvSpPr>
            <a:spLocks noGrp="1"/>
          </p:cNvSpPr>
          <p:nvPr>
            <p:ph/>
          </p:nvPr>
        </p:nvSpPr>
        <p:spPr>
          <a:xfrm>
            <a:off x="609600" y="368256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39" name="PlaceHolder 6"/>
          <p:cNvSpPr>
            <a:spLocks noGrp="1"/>
          </p:cNvSpPr>
          <p:nvPr>
            <p:ph/>
          </p:nvPr>
        </p:nvSpPr>
        <p:spPr>
          <a:xfrm>
            <a:off x="4319520" y="368256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40" name="PlaceHolder 7"/>
          <p:cNvSpPr>
            <a:spLocks noGrp="1"/>
          </p:cNvSpPr>
          <p:nvPr>
            <p:ph/>
          </p:nvPr>
        </p:nvSpPr>
        <p:spPr>
          <a:xfrm>
            <a:off x="8029440" y="368256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9" name="PlaceHolder 8"/>
          <p:cNvSpPr>
            <a:spLocks noGrp="1"/>
          </p:cNvSpPr>
          <p:nvPr>
            <p:ph type="ftr" idx="1"/>
          </p:nvPr>
        </p:nvSpPr>
        <p:spPr/>
        <p:txBody>
          <a:bodyPr/>
          <a:lstStyle/>
          <a:p>
            <a:endParaRPr lang="ru-RU"/>
          </a:p>
        </p:txBody>
      </p:sp>
      <p:sp>
        <p:nvSpPr>
          <p:cNvPr id="10" name="PlaceHolder 9"/>
          <p:cNvSpPr>
            <a:spLocks noGrp="1"/>
          </p:cNvSpPr>
          <p:nvPr>
            <p:ph type="sldNum" idx="2"/>
          </p:nvPr>
        </p:nvSpPr>
        <p:spPr/>
        <p:txBody>
          <a:bodyPr/>
          <a:lstStyle/>
          <a:p>
            <a:fld id="{2559BB7A-F704-4182-B16A-69B3F5ADA7F7}" type="slidenum">
              <a:rPr lang="ru-RU" smtClean="0"/>
              <a:t>‹#›</a:t>
            </a:fld>
            <a:endParaRPr lang="ru-RU"/>
          </a:p>
        </p:txBody>
      </p:sp>
      <p:sp>
        <p:nvSpPr>
          <p:cNvPr id="11" name="PlaceHolder 10"/>
          <p:cNvSpPr>
            <a:spLocks noGrp="1"/>
          </p:cNvSpPr>
          <p:nvPr>
            <p:ph type="dt" idx="3"/>
          </p:nvPr>
        </p:nvSpPr>
        <p:spPr/>
        <p:txBody>
          <a:bodyPr/>
          <a:lstStyle/>
          <a:p>
            <a:endParaRPr lang="ru-RU"/>
          </a:p>
        </p:txBody>
      </p:sp>
    </p:spTree>
    <p:extLst>
      <p:ext uri="{BB962C8B-B14F-4D97-AF65-F5344CB8AC3E}">
        <p14:creationId xmlns:p14="http://schemas.microsoft.com/office/powerpoint/2010/main" val="3052103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slid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hasCustomPrompt="1"/>
          </p:nvPr>
        </p:nvSpPr>
        <p:spPr>
          <a:xfrm>
            <a:off x="628650" y="4800600"/>
            <a:ext cx="8810624" cy="909638"/>
          </a:xfrm>
        </p:spPr>
        <p:txBody>
          <a:bodyPr anchor="b">
            <a:normAutofit/>
          </a:bodyPr>
          <a:lstStyle>
            <a:lvl1pPr algn="l">
              <a:defRPr sz="3600" b="1">
                <a:solidFill>
                  <a:schemeClr val="bg1"/>
                </a:solidFill>
                <a:latin typeface="+mj-lt"/>
              </a:defRPr>
            </a:lvl1pPr>
          </a:lstStyle>
          <a:p>
            <a:r>
              <a:rPr lang="en-US" dirty="0"/>
              <a:t>Title</a:t>
            </a:r>
            <a:endParaRPr lang="ru-RU" dirty="0"/>
          </a:p>
        </p:txBody>
      </p:sp>
      <p:cxnSp>
        <p:nvCxnSpPr>
          <p:cNvPr id="8" name="Прямая соединительная линия 7"/>
          <p:cNvCxnSpPr/>
          <p:nvPr/>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Текст 4"/>
          <p:cNvSpPr>
            <a:spLocks noGrp="1"/>
          </p:cNvSpPr>
          <p:nvPr>
            <p:ph type="body" sz="quarter" idx="10" hasCustomPrompt="1"/>
          </p:nvPr>
        </p:nvSpPr>
        <p:spPr>
          <a:xfrm>
            <a:off x="2100263" y="6271417"/>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Tree>
    <p:extLst>
      <p:ext uri="{BB962C8B-B14F-4D97-AF65-F5344CB8AC3E}">
        <p14:creationId xmlns:p14="http://schemas.microsoft.com/office/powerpoint/2010/main" val="29261876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olumn slide 5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3" name="Текст 2"/>
          <p:cNvSpPr>
            <a:spLocks noGrp="1"/>
          </p:cNvSpPr>
          <p:nvPr>
            <p:ph type="body" sz="quarter" idx="35"/>
          </p:nvPr>
        </p:nvSpPr>
        <p:spPr>
          <a:xfrm>
            <a:off x="738191" y="1282700"/>
            <a:ext cx="10706097" cy="4508500"/>
          </a:xfrm>
        </p:spPr>
        <p:txBody>
          <a:bodyPr>
            <a:normAutofit/>
          </a:bodyPr>
          <a:lstStyle>
            <a:lvl1pPr marL="0" indent="0">
              <a:buFont typeface="Arial" panose="020B0604020202020204" pitchFamily="34" charse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Tree>
    <p:extLst>
      <p:ext uri="{BB962C8B-B14F-4D97-AF65-F5344CB8AC3E}">
        <p14:creationId xmlns:p14="http://schemas.microsoft.com/office/powerpoint/2010/main" val="1604297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
        <p:nvSpPr>
          <p:cNvPr id="3" name="Текст 2"/>
          <p:cNvSpPr>
            <a:spLocks noGrp="1"/>
          </p:cNvSpPr>
          <p:nvPr>
            <p:ph type="body" sz="quarter" idx="35" hasCustomPrompt="1"/>
          </p:nvPr>
        </p:nvSpPr>
        <p:spPr>
          <a:xfrm>
            <a:off x="738190"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4" name="Рисунок 3"/>
          <p:cNvSpPr>
            <a:spLocks noGrp="1"/>
          </p:cNvSpPr>
          <p:nvPr>
            <p:ph type="pic" sz="quarter" idx="38" hasCustomPrompt="1"/>
          </p:nvPr>
        </p:nvSpPr>
        <p:spPr>
          <a:xfrm>
            <a:off x="6369270" y="1339850"/>
            <a:ext cx="5075018" cy="4635500"/>
          </a:xfrm>
        </p:spPr>
        <p:txBody>
          <a:bodyPr/>
          <a:lstStyle>
            <a:lvl1pPr>
              <a:defRPr/>
            </a:lvl1pPr>
          </a:lstStyle>
          <a:p>
            <a:r>
              <a:rPr lang="en-US" dirty="0"/>
              <a:t>Insert a picture</a:t>
            </a:r>
            <a:endParaRPr lang="ru-RU" dirty="0"/>
          </a:p>
        </p:txBody>
      </p:sp>
    </p:spTree>
    <p:extLst>
      <p:ext uri="{BB962C8B-B14F-4D97-AF65-F5344CB8AC3E}">
        <p14:creationId xmlns:p14="http://schemas.microsoft.com/office/powerpoint/2010/main" val="542380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ntrodu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Introduction</a:t>
            </a:r>
            <a:endParaRPr lang="ru-RU" dirty="0"/>
          </a:p>
        </p:txBody>
      </p:sp>
      <p:sp>
        <p:nvSpPr>
          <p:cNvPr id="16" name="TextBox 15"/>
          <p:cNvSpPr txBox="1"/>
          <p:nvPr userDrawn="1"/>
        </p:nvSpPr>
        <p:spPr>
          <a:xfrm>
            <a:off x="738188" y="1168400"/>
            <a:ext cx="10706098" cy="461665"/>
          </a:xfrm>
          <a:prstGeom prst="rect">
            <a:avLst/>
          </a:prstGeom>
          <a:noFill/>
        </p:spPr>
        <p:txBody>
          <a:bodyPr wrap="square" rtlCol="0">
            <a:spAutoFit/>
          </a:bodyPr>
          <a:lstStyle/>
          <a:p>
            <a:pPr lvl="0"/>
            <a:r>
              <a:rPr lang="en-US" sz="2400" dirty="0">
                <a:solidFill>
                  <a:srgbClr val="006CB7"/>
                </a:solidFill>
              </a:rPr>
              <a:t>Welcome to MERA Presentations template!</a:t>
            </a:r>
          </a:p>
        </p:txBody>
      </p:sp>
      <p:sp>
        <p:nvSpPr>
          <p:cNvPr id="17" name="TextBox 16"/>
          <p:cNvSpPr txBox="1"/>
          <p:nvPr userDrawn="1"/>
        </p:nvSpPr>
        <p:spPr>
          <a:xfrm>
            <a:off x="738188" y="1752600"/>
            <a:ext cx="1070609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To fulfill your needs of creating a wonderful corporate presentation please follow these steps:</a:t>
            </a:r>
          </a:p>
          <a:p>
            <a:endParaRPr lang="ru-RU" sz="1800" b="1" dirty="0"/>
          </a:p>
        </p:txBody>
      </p:sp>
      <p:sp>
        <p:nvSpPr>
          <p:cNvPr id="19" name="TextBox 18"/>
          <p:cNvSpPr txBox="1"/>
          <p:nvPr userDrawn="1"/>
        </p:nvSpPr>
        <p:spPr>
          <a:xfrm>
            <a:off x="738188" y="2184400"/>
            <a:ext cx="10706098" cy="1754326"/>
          </a:xfrm>
          <a:prstGeom prst="rect">
            <a:avLst/>
          </a:prstGeom>
          <a:noFill/>
        </p:spPr>
        <p:txBody>
          <a:bodyPr wrap="square" rtlCol="0">
            <a:spAutoFit/>
          </a:bodyPr>
          <a:lstStyle/>
          <a:p>
            <a:pPr marL="342900" lvl="0" indent="-342900">
              <a:buFont typeface="+mj-lt"/>
              <a:buAutoNum type="arabicPeriod"/>
            </a:pPr>
            <a:r>
              <a:rPr lang="en-US" dirty="0"/>
              <a:t>Use the tab “New slide” to create slides from already structured layouts (or choose “Empty slide” )</a:t>
            </a:r>
          </a:p>
          <a:p>
            <a:pPr marL="342900" lvl="0" indent="-342900">
              <a:buFont typeface="+mj-lt"/>
              <a:buAutoNum type="arabicPeriod"/>
            </a:pPr>
            <a:r>
              <a:rPr lang="en-US" dirty="0"/>
              <a:t>Insert your information in the blocks (size, font and color has been set for you)</a:t>
            </a:r>
          </a:p>
          <a:p>
            <a:pPr marL="342900" lvl="0" indent="-342900">
              <a:buFont typeface="+mj-lt"/>
              <a:buAutoNum type="arabicPeriod"/>
            </a:pPr>
            <a:r>
              <a:rPr lang="en-US" dirty="0"/>
              <a:t>Resize, reorganize and use blocks the way it fits your content</a:t>
            </a:r>
          </a:p>
          <a:p>
            <a:pPr marL="342900" lvl="0" indent="-342900">
              <a:buFont typeface="+mj-lt"/>
              <a:buAutoNum type="arabicPeriod"/>
            </a:pPr>
            <a:r>
              <a:rPr lang="en-US" dirty="0"/>
              <a:t>Enjoy the beauty of your masterpiece!</a:t>
            </a:r>
          </a:p>
          <a:p>
            <a:pPr marL="0" lvl="0" indent="0">
              <a:buFont typeface="+mj-lt"/>
              <a:buNone/>
            </a:pPr>
            <a:endParaRPr lang="en-US" dirty="0"/>
          </a:p>
          <a:p>
            <a:pPr marL="0" lvl="0" indent="0">
              <a:buFont typeface="+mj-lt"/>
              <a:buNone/>
            </a:pPr>
            <a:r>
              <a:rPr lang="en-US" dirty="0"/>
              <a:t>With any suggestions, remarks and complains feel free to contact PR Team.</a:t>
            </a:r>
            <a:endParaRPr lang="ru-RU" dirty="0"/>
          </a:p>
        </p:txBody>
      </p:sp>
    </p:spTree>
    <p:extLst>
      <p:ext uri="{BB962C8B-B14F-4D97-AF65-F5344CB8AC3E}">
        <p14:creationId xmlns:p14="http://schemas.microsoft.com/office/powerpoint/2010/main" val="39659780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_titl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rmAutofit/>
          </a:bodyPr>
          <a:lstStyle>
            <a:lvl1pPr marL="0" indent="0">
              <a:buNone/>
              <a:defRPr sz="1800">
                <a:solidFill>
                  <a:schemeClr val="bg1"/>
                </a:solidFill>
              </a:defRPr>
            </a:lvl1pPr>
          </a:lstStyle>
          <a:p>
            <a:r>
              <a:rPr lang="en-US" dirty="0">
                <a:solidFill>
                  <a:schemeClr val="bg1"/>
                </a:solidFill>
              </a:rPr>
              <a:t>Name of the presentation</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5" name="Текст 4"/>
          <p:cNvSpPr>
            <a:spLocks noGrp="1"/>
          </p:cNvSpPr>
          <p:nvPr>
            <p:ph type="body" sz="quarter" idx="11" hasCustomPrompt="1"/>
          </p:nvPr>
        </p:nvSpPr>
        <p:spPr>
          <a:xfrm>
            <a:off x="738188" y="2753574"/>
            <a:ext cx="10706100" cy="1098583"/>
          </a:xfrm>
        </p:spPr>
        <p:txBody>
          <a:bodyPr>
            <a:normAutofit/>
          </a:bodyPr>
          <a:lstStyle>
            <a:lvl1pPr marL="0" indent="0">
              <a:buNone/>
              <a:defRPr sz="6600" baseline="0">
                <a:solidFill>
                  <a:schemeClr val="bg1"/>
                </a:solidFill>
                <a:latin typeface="+mj-lt"/>
              </a:defRPr>
            </a:lvl1pPr>
          </a:lstStyle>
          <a:p>
            <a:pPr lvl="0"/>
            <a:r>
              <a:rPr lang="en-US" dirty="0"/>
              <a:t>1.</a:t>
            </a:r>
            <a:endParaRPr lang="ru-RU" dirty="0"/>
          </a:p>
        </p:txBody>
      </p:sp>
      <p:sp>
        <p:nvSpPr>
          <p:cNvPr id="8" name="Заголовок 1"/>
          <p:cNvSpPr>
            <a:spLocks noGrp="1"/>
          </p:cNvSpPr>
          <p:nvPr>
            <p:ph type="title" hasCustomPrompt="1"/>
          </p:nvPr>
        </p:nvSpPr>
        <p:spPr>
          <a:xfrm>
            <a:off x="1519241" y="2882386"/>
            <a:ext cx="9925045" cy="957693"/>
          </a:xfrm>
        </p:spPr>
        <p:txBody>
          <a:bodyPr anchor="t">
            <a:normAutofit/>
          </a:bodyPr>
          <a:lstStyle>
            <a:lvl1pPr algn="l">
              <a:defRPr sz="5400" baseline="0">
                <a:solidFill>
                  <a:schemeClr val="bg1"/>
                </a:solidFill>
                <a:latin typeface="+mn-lt"/>
              </a:defRPr>
            </a:lvl1pPr>
          </a:lstStyle>
          <a:p>
            <a:r>
              <a:rPr lang="en-US" dirty="0"/>
              <a:t>Title of the section</a:t>
            </a:r>
            <a:endParaRPr lang="ru-RU" dirty="0"/>
          </a:p>
        </p:txBody>
      </p:sp>
    </p:spTree>
    <p:extLst>
      <p:ext uri="{BB962C8B-B14F-4D97-AF65-F5344CB8AC3E}">
        <p14:creationId xmlns:p14="http://schemas.microsoft.com/office/powerpoint/2010/main" val="28144644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Empty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extBox 5"/>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37171074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23"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5"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p>
        </p:txBody>
      </p:sp>
      <p:sp>
        <p:nvSpPr>
          <p:cNvPr id="3" name="Текст 2"/>
          <p:cNvSpPr>
            <a:spLocks noGrp="1"/>
          </p:cNvSpPr>
          <p:nvPr>
            <p:ph type="body" sz="quarter" idx="35" hasCustomPrompt="1"/>
          </p:nvPr>
        </p:nvSpPr>
        <p:spPr>
          <a:xfrm>
            <a:off x="738188" y="2170113"/>
            <a:ext cx="2589212" cy="560387"/>
          </a:xfrm>
        </p:spPr>
        <p:txBody>
          <a:bodyPr>
            <a:normAutofit/>
          </a:bodyPr>
          <a:lstStyle>
            <a:lvl1pPr marL="0" indent="0" algn="l">
              <a:buFont typeface="Arial" panose="020B0604020202020204" pitchFamily="34" charset="0"/>
              <a:buNone/>
              <a:defRPr sz="1800" b="1"/>
            </a:lvl1pPr>
            <a:lvl2pPr>
              <a:defRPr/>
            </a:lvl2pPr>
            <a:lvl3pPr>
              <a:defRPr/>
            </a:lvl3pPr>
          </a:lstStyle>
          <a:p>
            <a:pPr lvl="0"/>
            <a:r>
              <a:rPr lang="en-US" dirty="0"/>
              <a:t>Block title</a:t>
            </a:r>
            <a:endParaRPr lang="ru-RU" dirty="0"/>
          </a:p>
        </p:txBody>
      </p:sp>
      <p:sp>
        <p:nvSpPr>
          <p:cNvPr id="6" name="Текст 5"/>
          <p:cNvSpPr>
            <a:spLocks noGrp="1"/>
          </p:cNvSpPr>
          <p:nvPr>
            <p:ph type="body" sz="quarter" idx="36" hasCustomPrompt="1"/>
          </p:nvPr>
        </p:nvSpPr>
        <p:spPr>
          <a:xfrm>
            <a:off x="738188"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a:p>
            <a:pPr lvl="0"/>
            <a:endParaRPr lang="en-US" dirty="0"/>
          </a:p>
        </p:txBody>
      </p:sp>
      <p:sp>
        <p:nvSpPr>
          <p:cNvPr id="13" name="Текст 2"/>
          <p:cNvSpPr>
            <a:spLocks noGrp="1"/>
          </p:cNvSpPr>
          <p:nvPr>
            <p:ph type="body" sz="quarter" idx="37" hasCustomPrompt="1"/>
          </p:nvPr>
        </p:nvSpPr>
        <p:spPr>
          <a:xfrm>
            <a:off x="3443817"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15" name="Текст 5"/>
          <p:cNvSpPr>
            <a:spLocks noGrp="1"/>
          </p:cNvSpPr>
          <p:nvPr>
            <p:ph type="body" sz="quarter" idx="38" hasCustomPrompt="1"/>
          </p:nvPr>
        </p:nvSpPr>
        <p:spPr>
          <a:xfrm>
            <a:off x="3443817"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6" name="Текст 2"/>
          <p:cNvSpPr>
            <a:spLocks noGrp="1"/>
          </p:cNvSpPr>
          <p:nvPr>
            <p:ph type="body" sz="quarter" idx="39" hasCustomPrompt="1"/>
          </p:nvPr>
        </p:nvSpPr>
        <p:spPr>
          <a:xfrm>
            <a:off x="6149446"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0" name="Текст 5"/>
          <p:cNvSpPr>
            <a:spLocks noGrp="1"/>
          </p:cNvSpPr>
          <p:nvPr>
            <p:ph type="body" sz="quarter" idx="40" hasCustomPrompt="1"/>
          </p:nvPr>
        </p:nvSpPr>
        <p:spPr>
          <a:xfrm>
            <a:off x="6149446"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1" name="Текст 2"/>
          <p:cNvSpPr>
            <a:spLocks noGrp="1"/>
          </p:cNvSpPr>
          <p:nvPr>
            <p:ph type="body" sz="quarter" idx="41" hasCustomPrompt="1"/>
          </p:nvPr>
        </p:nvSpPr>
        <p:spPr>
          <a:xfrm>
            <a:off x="8855074" y="217011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2" name="Текст 5"/>
          <p:cNvSpPr>
            <a:spLocks noGrp="1"/>
          </p:cNvSpPr>
          <p:nvPr>
            <p:ph type="body" sz="quarter" idx="42" hasCustomPrompt="1"/>
          </p:nvPr>
        </p:nvSpPr>
        <p:spPr>
          <a:xfrm>
            <a:off x="8855074" y="2730500"/>
            <a:ext cx="2589212" cy="3244850"/>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4102920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8856661" y="1339848"/>
            <a:ext cx="2587627" cy="4635283"/>
          </a:xfrm>
        </p:spPr>
        <p:txBody>
          <a:bodyPr/>
          <a:lstStyle>
            <a:lvl1pPr>
              <a:defRPr/>
            </a:lvl1pPr>
          </a:lstStyle>
          <a:p>
            <a:r>
              <a:rPr lang="en-US" dirty="0"/>
              <a:t>Insert a picture</a:t>
            </a:r>
            <a:endParaRPr lang="ru-RU" dirty="0"/>
          </a:p>
        </p:txBody>
      </p:sp>
      <p:sp>
        <p:nvSpPr>
          <p:cNvPr id="15"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8" name="Текст 7"/>
          <p:cNvSpPr>
            <a:spLocks noGrp="1"/>
          </p:cNvSpPr>
          <p:nvPr>
            <p:ph type="body" sz="quarter" idx="34" hasCustomPrompt="1"/>
          </p:nvPr>
        </p:nvSpPr>
        <p:spPr>
          <a:xfrm>
            <a:off x="738191" y="1339849"/>
            <a:ext cx="7999409" cy="725433"/>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9" name="Текст 2"/>
          <p:cNvSpPr>
            <a:spLocks noGrp="1"/>
          </p:cNvSpPr>
          <p:nvPr>
            <p:ph type="body" sz="quarter" idx="35" hasCustomPrompt="1"/>
          </p:nvPr>
        </p:nvSpPr>
        <p:spPr>
          <a:xfrm>
            <a:off x="737398"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0" name="Текст 5"/>
          <p:cNvSpPr>
            <a:spLocks noGrp="1"/>
          </p:cNvSpPr>
          <p:nvPr>
            <p:ph type="body" sz="quarter" idx="36" hasCustomPrompt="1"/>
          </p:nvPr>
        </p:nvSpPr>
        <p:spPr>
          <a:xfrm>
            <a:off x="737398"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1" name="Текст 2"/>
          <p:cNvSpPr>
            <a:spLocks noGrp="1"/>
          </p:cNvSpPr>
          <p:nvPr>
            <p:ph type="body" sz="quarter" idx="37" hasCustomPrompt="1"/>
          </p:nvPr>
        </p:nvSpPr>
        <p:spPr>
          <a:xfrm>
            <a:off x="3442893"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2" name="Текст 5"/>
          <p:cNvSpPr>
            <a:spLocks noGrp="1"/>
          </p:cNvSpPr>
          <p:nvPr>
            <p:ph type="body" sz="quarter" idx="38" hasCustomPrompt="1"/>
          </p:nvPr>
        </p:nvSpPr>
        <p:spPr>
          <a:xfrm>
            <a:off x="3442893"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3" name="Текст 2"/>
          <p:cNvSpPr>
            <a:spLocks noGrp="1"/>
          </p:cNvSpPr>
          <p:nvPr>
            <p:ph type="body" sz="quarter" idx="39" hasCustomPrompt="1"/>
          </p:nvPr>
        </p:nvSpPr>
        <p:spPr>
          <a:xfrm>
            <a:off x="6148388" y="2278119"/>
            <a:ext cx="2589212" cy="560387"/>
          </a:xfrm>
        </p:spPr>
        <p:txBody>
          <a:bodyPr>
            <a:normAutofit/>
          </a:bodyPr>
          <a:lstStyle>
            <a:lvl1pPr marL="0" indent="0" algn="l">
              <a:buNone/>
              <a:defRPr sz="1800" b="1"/>
            </a:lvl1pPr>
          </a:lstStyle>
          <a:p>
            <a:pPr lvl="0"/>
            <a:r>
              <a:rPr lang="en-US" dirty="0"/>
              <a:t>Block title</a:t>
            </a:r>
            <a:endParaRPr lang="ru-RU" dirty="0"/>
          </a:p>
        </p:txBody>
      </p:sp>
      <p:sp>
        <p:nvSpPr>
          <p:cNvPr id="16" name="Текст 5"/>
          <p:cNvSpPr>
            <a:spLocks noGrp="1"/>
          </p:cNvSpPr>
          <p:nvPr>
            <p:ph type="body" sz="quarter" idx="40" hasCustomPrompt="1"/>
          </p:nvPr>
        </p:nvSpPr>
        <p:spPr>
          <a:xfrm>
            <a:off x="6148388" y="2838505"/>
            <a:ext cx="2589212" cy="313662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2190683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738190" y="1576388"/>
            <a:ext cx="2587624" cy="2018150"/>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3444347" y="1576388"/>
            <a:ext cx="2587624" cy="2018150"/>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6150504" y="1576388"/>
            <a:ext cx="2587624" cy="2018150"/>
          </a:xfrm>
        </p:spPr>
        <p:txBody>
          <a:bodyPr/>
          <a:lstStyle/>
          <a:p>
            <a:r>
              <a:rPr lang="en-US" dirty="0"/>
              <a:t>Insert a picture</a:t>
            </a:r>
            <a:endParaRPr lang="ru-RU" dirty="0"/>
          </a:p>
        </p:txBody>
      </p:sp>
      <p:sp>
        <p:nvSpPr>
          <p:cNvPr id="13" name="Рисунок 2"/>
          <p:cNvSpPr>
            <a:spLocks noGrp="1"/>
          </p:cNvSpPr>
          <p:nvPr>
            <p:ph type="pic" sz="quarter" idx="19" hasCustomPrompt="1"/>
          </p:nvPr>
        </p:nvSpPr>
        <p:spPr>
          <a:xfrm>
            <a:off x="8856662" y="1576388"/>
            <a:ext cx="2587624" cy="2018150"/>
          </a:xfrm>
        </p:spPr>
        <p:txBody>
          <a:bodyPr/>
          <a:lstStyle/>
          <a:p>
            <a:r>
              <a:rPr lang="en-US" dirty="0"/>
              <a:t>Insert a picture</a:t>
            </a:r>
            <a:endParaRPr lang="ru-RU" dirty="0"/>
          </a:p>
        </p:txBody>
      </p:sp>
      <p:sp>
        <p:nvSpPr>
          <p:cNvPr id="15"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6" name="Текст 2"/>
          <p:cNvSpPr>
            <a:spLocks noGrp="1"/>
          </p:cNvSpPr>
          <p:nvPr>
            <p:ph type="body" sz="quarter" idx="35" hasCustomPrompt="1"/>
          </p:nvPr>
        </p:nvSpPr>
        <p:spPr>
          <a:xfrm>
            <a:off x="3442758" y="3846785"/>
            <a:ext cx="2589212" cy="560387"/>
          </a:xfrm>
        </p:spPr>
        <p:txBody>
          <a:bodyPr>
            <a:normAutofit/>
          </a:bodyPr>
          <a:lstStyle>
            <a:lvl1pPr marL="0" indent="0" algn="l">
              <a:buNone/>
              <a:defRPr sz="1800" b="1"/>
            </a:lvl1pPr>
          </a:lstStyle>
          <a:p>
            <a:pPr lvl="0"/>
            <a:r>
              <a:rPr lang="en-US" dirty="0"/>
              <a:t>Block title</a:t>
            </a:r>
            <a:endParaRPr lang="ru-RU" dirty="0"/>
          </a:p>
        </p:txBody>
      </p:sp>
      <p:sp>
        <p:nvSpPr>
          <p:cNvPr id="20" name="Текст 5"/>
          <p:cNvSpPr>
            <a:spLocks noGrp="1"/>
          </p:cNvSpPr>
          <p:nvPr>
            <p:ph type="body" sz="quarter" idx="36" hasCustomPrompt="1"/>
          </p:nvPr>
        </p:nvSpPr>
        <p:spPr>
          <a:xfrm>
            <a:off x="3442758" y="4407171"/>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1" name="Текст 2"/>
          <p:cNvSpPr>
            <a:spLocks noGrp="1"/>
          </p:cNvSpPr>
          <p:nvPr>
            <p:ph type="body" sz="quarter" idx="37" hasCustomPrompt="1"/>
          </p:nvPr>
        </p:nvSpPr>
        <p:spPr>
          <a:xfrm>
            <a:off x="6148916" y="3846784"/>
            <a:ext cx="2589212" cy="560387"/>
          </a:xfrm>
        </p:spPr>
        <p:txBody>
          <a:bodyPr>
            <a:normAutofit/>
          </a:bodyPr>
          <a:lstStyle>
            <a:lvl1pPr marL="0" indent="0" algn="l">
              <a:buNone/>
              <a:defRPr sz="1800" b="1"/>
            </a:lvl1pPr>
          </a:lstStyle>
          <a:p>
            <a:pPr lvl="0"/>
            <a:r>
              <a:rPr lang="en-US" dirty="0"/>
              <a:t>Block title</a:t>
            </a:r>
            <a:endParaRPr lang="ru-RU" dirty="0"/>
          </a:p>
        </p:txBody>
      </p:sp>
      <p:sp>
        <p:nvSpPr>
          <p:cNvPr id="22" name="Текст 5"/>
          <p:cNvSpPr>
            <a:spLocks noGrp="1"/>
          </p:cNvSpPr>
          <p:nvPr>
            <p:ph type="body" sz="quarter" idx="38" hasCustomPrompt="1"/>
          </p:nvPr>
        </p:nvSpPr>
        <p:spPr>
          <a:xfrm>
            <a:off x="6148916" y="4407170"/>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23" name="Текст 2"/>
          <p:cNvSpPr>
            <a:spLocks noGrp="1"/>
          </p:cNvSpPr>
          <p:nvPr>
            <p:ph type="body" sz="quarter" idx="39" hasCustomPrompt="1"/>
          </p:nvPr>
        </p:nvSpPr>
        <p:spPr>
          <a:xfrm>
            <a:off x="8855072" y="3846783"/>
            <a:ext cx="2589212" cy="560387"/>
          </a:xfrm>
        </p:spPr>
        <p:txBody>
          <a:bodyPr>
            <a:normAutofit/>
          </a:bodyPr>
          <a:lstStyle>
            <a:lvl1pPr marL="0" indent="0" algn="l">
              <a:buNone/>
              <a:defRPr sz="1800" b="1"/>
            </a:lvl1pPr>
          </a:lstStyle>
          <a:p>
            <a:pPr lvl="0"/>
            <a:r>
              <a:rPr lang="en-US" dirty="0"/>
              <a:t>Block title</a:t>
            </a:r>
            <a:endParaRPr lang="ru-RU" dirty="0"/>
          </a:p>
        </p:txBody>
      </p:sp>
      <p:sp>
        <p:nvSpPr>
          <p:cNvPr id="24" name="Текст 5"/>
          <p:cNvSpPr>
            <a:spLocks noGrp="1"/>
          </p:cNvSpPr>
          <p:nvPr>
            <p:ph type="body" sz="quarter" idx="40" hasCustomPrompt="1"/>
          </p:nvPr>
        </p:nvSpPr>
        <p:spPr>
          <a:xfrm>
            <a:off x="8855072" y="4407169"/>
            <a:ext cx="2589212" cy="1378773"/>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4" name="Текст 3"/>
          <p:cNvSpPr>
            <a:spLocks noGrp="1"/>
          </p:cNvSpPr>
          <p:nvPr>
            <p:ph type="body" sz="quarter" idx="41" hasCustomPrompt="1"/>
          </p:nvPr>
        </p:nvSpPr>
        <p:spPr>
          <a:xfrm>
            <a:off x="738189" y="3846783"/>
            <a:ext cx="2587623" cy="1939655"/>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p>
          <a:p>
            <a:pPr lvl="0"/>
            <a:endParaRPr lang="ru-RU" dirty="0"/>
          </a:p>
        </p:txBody>
      </p:sp>
    </p:spTree>
    <p:extLst>
      <p:ext uri="{BB962C8B-B14F-4D97-AF65-F5344CB8AC3E}">
        <p14:creationId xmlns:p14="http://schemas.microsoft.com/office/powerpoint/2010/main" val="31483095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3444347"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3444875"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3444347"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3444082"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3444081"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6150109"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6150637"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6150109"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6149844"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6149843"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856661" y="1355725"/>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857189" y="2017987"/>
            <a:ext cx="2587097" cy="2687363"/>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85666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85639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85639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8" name="Текст 7"/>
          <p:cNvSpPr>
            <a:spLocks noGrp="1"/>
          </p:cNvSpPr>
          <p:nvPr>
            <p:ph type="body" sz="quarter" idx="36" hasCustomPrompt="1"/>
          </p:nvPr>
        </p:nvSpPr>
        <p:spPr>
          <a:xfrm>
            <a:off x="738191" y="2249269"/>
            <a:ext cx="2586037" cy="3725862"/>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1834906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lumns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3444347"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3444875"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3444347"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3444082"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3444081"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6150109"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6150637"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6150109"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6149844"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6149843"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856661"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857189"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85666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85639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85639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Объект 19"/>
          <p:cNvSpPr>
            <a:spLocks noGrp="1"/>
          </p:cNvSpPr>
          <p:nvPr>
            <p:ph sz="quarter" idx="14" hasCustomPrompt="1"/>
          </p:nvPr>
        </p:nvSpPr>
        <p:spPr>
          <a:xfrm>
            <a:off x="738189" y="1214002"/>
            <a:ext cx="10706099" cy="449262"/>
          </a:xfrm>
        </p:spPr>
        <p:txBody>
          <a:bodyPr/>
          <a:lstStyle>
            <a:lvl1pPr marL="0" indent="0">
              <a:buNone/>
              <a:defRPr sz="2800"/>
            </a:lvl1pPr>
          </a:lstStyle>
          <a:p>
            <a:r>
              <a:rPr lang="en-US" sz="2000" dirty="0">
                <a:solidFill>
                  <a:srgbClr val="006CB7"/>
                </a:solidFill>
              </a:rPr>
              <a:t>Long subtitle or descriptive text on one or two lines</a:t>
            </a:r>
          </a:p>
        </p:txBody>
      </p:sp>
      <p:sp>
        <p:nvSpPr>
          <p:cNvPr id="44" name="Текст 3"/>
          <p:cNvSpPr>
            <a:spLocks noGrp="1"/>
          </p:cNvSpPr>
          <p:nvPr>
            <p:ph type="body" sz="quarter" idx="32" hasCustomPrompt="1"/>
          </p:nvPr>
        </p:nvSpPr>
        <p:spPr>
          <a:xfrm>
            <a:off x="737001" y="1908669"/>
            <a:ext cx="2587625"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45" name="Диаграмма 6"/>
          <p:cNvSpPr>
            <a:spLocks noGrp="1"/>
          </p:cNvSpPr>
          <p:nvPr>
            <p:ph type="chart" sz="quarter" idx="33" hasCustomPrompt="1"/>
          </p:nvPr>
        </p:nvSpPr>
        <p:spPr>
          <a:xfrm>
            <a:off x="737529" y="2501025"/>
            <a:ext cx="2587097"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46" name="Объект 8"/>
          <p:cNvSpPr>
            <a:spLocks noGrp="1"/>
          </p:cNvSpPr>
          <p:nvPr>
            <p:ph sz="quarter" idx="34" hasCustomPrompt="1"/>
          </p:nvPr>
        </p:nvSpPr>
        <p:spPr>
          <a:xfrm>
            <a:off x="737001" y="4997450"/>
            <a:ext cx="2588153"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47" name="Объект 8"/>
          <p:cNvSpPr>
            <a:spLocks noGrp="1"/>
          </p:cNvSpPr>
          <p:nvPr>
            <p:ph sz="quarter" idx="35" hasCustomPrompt="1"/>
          </p:nvPr>
        </p:nvSpPr>
        <p:spPr>
          <a:xfrm>
            <a:off x="736736" y="5695731"/>
            <a:ext cx="2588153"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48" name="Объект 8"/>
          <p:cNvSpPr>
            <a:spLocks noGrp="1"/>
          </p:cNvSpPr>
          <p:nvPr>
            <p:ph sz="quarter" idx="36" hasCustomPrompt="1"/>
          </p:nvPr>
        </p:nvSpPr>
        <p:spPr>
          <a:xfrm>
            <a:off x="736735" y="5346590"/>
            <a:ext cx="2588153"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49" name="Текст 5"/>
          <p:cNvSpPr>
            <a:spLocks noGrp="1"/>
          </p:cNvSpPr>
          <p:nvPr>
            <p:ph type="body" sz="quarter" idx="37"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23629377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8" name="Текст 2"/>
          <p:cNvSpPr>
            <a:spLocks noGrp="1"/>
          </p:cNvSpPr>
          <p:nvPr>
            <p:ph type="body" sz="quarter" idx="35" hasCustomPrompt="1"/>
          </p:nvPr>
        </p:nvSpPr>
        <p:spPr>
          <a:xfrm>
            <a:off x="737398"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9" name="Текст 5"/>
          <p:cNvSpPr>
            <a:spLocks noGrp="1"/>
          </p:cNvSpPr>
          <p:nvPr>
            <p:ph type="body" sz="quarter" idx="36" hasCustomPrompt="1"/>
          </p:nvPr>
        </p:nvSpPr>
        <p:spPr>
          <a:xfrm>
            <a:off x="737398"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1" name="Текст 2"/>
          <p:cNvSpPr>
            <a:spLocks noGrp="1"/>
          </p:cNvSpPr>
          <p:nvPr>
            <p:ph type="body" sz="quarter" idx="37" hasCustomPrompt="1"/>
          </p:nvPr>
        </p:nvSpPr>
        <p:spPr>
          <a:xfrm>
            <a:off x="8084310"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12" name="Текст 5"/>
          <p:cNvSpPr>
            <a:spLocks noGrp="1"/>
          </p:cNvSpPr>
          <p:nvPr>
            <p:ph type="body" sz="quarter" idx="38" hasCustomPrompt="1"/>
          </p:nvPr>
        </p:nvSpPr>
        <p:spPr>
          <a:xfrm>
            <a:off x="8084310"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
        <p:nvSpPr>
          <p:cNvPr id="13" name="Текст 2"/>
          <p:cNvSpPr>
            <a:spLocks noGrp="1"/>
          </p:cNvSpPr>
          <p:nvPr>
            <p:ph type="body" sz="quarter" idx="39" hasCustomPrompt="1"/>
          </p:nvPr>
        </p:nvSpPr>
        <p:spPr>
          <a:xfrm>
            <a:off x="4410854" y="2175641"/>
            <a:ext cx="3359976" cy="560387"/>
          </a:xfrm>
        </p:spPr>
        <p:txBody>
          <a:bodyPr>
            <a:normAutofit/>
          </a:bodyPr>
          <a:lstStyle>
            <a:lvl1pPr marL="0" indent="0" algn="l">
              <a:buNone/>
              <a:defRPr sz="1800" b="1"/>
            </a:lvl1pPr>
          </a:lstStyle>
          <a:p>
            <a:pPr lvl="0"/>
            <a:r>
              <a:rPr lang="en-US" dirty="0"/>
              <a:t>Block title</a:t>
            </a:r>
            <a:endParaRPr lang="ru-RU" dirty="0"/>
          </a:p>
        </p:txBody>
      </p:sp>
      <p:sp>
        <p:nvSpPr>
          <p:cNvPr id="14" name="Текст 5"/>
          <p:cNvSpPr>
            <a:spLocks noGrp="1"/>
          </p:cNvSpPr>
          <p:nvPr>
            <p:ph type="body" sz="quarter" idx="40" hasCustomPrompt="1"/>
          </p:nvPr>
        </p:nvSpPr>
        <p:spPr>
          <a:xfrm>
            <a:off x="4410854" y="2736027"/>
            <a:ext cx="335997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5314479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6" name="Текст 4"/>
          <p:cNvSpPr>
            <a:spLocks noGrp="1"/>
          </p:cNvSpPr>
          <p:nvPr>
            <p:ph type="body" sz="quarter" idx="10" hasCustomPrompt="1"/>
          </p:nvPr>
        </p:nvSpPr>
        <p:spPr>
          <a:xfrm>
            <a:off x="738189"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17" name="Текст 4"/>
          <p:cNvSpPr>
            <a:spLocks noGrp="1"/>
          </p:cNvSpPr>
          <p:nvPr>
            <p:ph type="body" sz="quarter" idx="12" hasCustomPrompt="1"/>
          </p:nvPr>
        </p:nvSpPr>
        <p:spPr>
          <a:xfrm>
            <a:off x="4411645"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18" name="Текст 4"/>
          <p:cNvSpPr>
            <a:spLocks noGrp="1"/>
          </p:cNvSpPr>
          <p:nvPr>
            <p:ph type="body" sz="quarter" idx="13" hasCustomPrompt="1"/>
          </p:nvPr>
        </p:nvSpPr>
        <p:spPr>
          <a:xfrm>
            <a:off x="8085101" y="5139557"/>
            <a:ext cx="3359185" cy="425669"/>
          </a:xfrm>
        </p:spPr>
        <p:txBody>
          <a:bodyP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lvl1pPr>
          </a:lstStyle>
          <a:p>
            <a:r>
              <a:rPr lang="en-US" b="1" dirty="0"/>
              <a:t>Text</a:t>
            </a:r>
            <a:endParaRPr lang="ru-RU" b="1" dirty="0"/>
          </a:p>
        </p:txBody>
      </p:sp>
      <p:sp>
        <p:nvSpPr>
          <p:cNvPr id="3" name="Рисунок 2"/>
          <p:cNvSpPr>
            <a:spLocks noGrp="1"/>
          </p:cNvSpPr>
          <p:nvPr>
            <p:ph type="pic" sz="quarter" idx="16" hasCustomPrompt="1"/>
          </p:nvPr>
        </p:nvSpPr>
        <p:spPr>
          <a:xfrm>
            <a:off x="738188" y="2474584"/>
            <a:ext cx="3359150" cy="2286000"/>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4411645" y="2474584"/>
            <a:ext cx="3359150" cy="2286000"/>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8085136" y="2474584"/>
            <a:ext cx="3359150" cy="2286000"/>
          </a:xfrm>
        </p:spPr>
        <p:txBody>
          <a:bodyPr/>
          <a:lstStyle/>
          <a:p>
            <a:r>
              <a:rPr lang="en-US" dirty="0"/>
              <a:t>Insert a picture</a:t>
            </a:r>
            <a:endParaRPr lang="ru-RU" dirty="0"/>
          </a:p>
        </p:txBody>
      </p:sp>
      <p:sp>
        <p:nvSpPr>
          <p:cNvPr id="5" name="Текст 4"/>
          <p:cNvSpPr>
            <a:spLocks noGrp="1"/>
          </p:cNvSpPr>
          <p:nvPr>
            <p:ph type="body" sz="quarter" idx="33" hasCustomPrompt="1"/>
          </p:nvPr>
        </p:nvSpPr>
        <p:spPr>
          <a:xfrm>
            <a:off x="738188" y="1339849"/>
            <a:ext cx="10706100" cy="772729"/>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20" name="Текст 5"/>
          <p:cNvSpPr>
            <a:spLocks noGrp="1"/>
          </p:cNvSpPr>
          <p:nvPr>
            <p:ph type="body" sz="quarter" idx="34"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27149634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 name="Рисунок 2"/>
          <p:cNvSpPr>
            <a:spLocks noGrp="1"/>
          </p:cNvSpPr>
          <p:nvPr>
            <p:ph type="pic" sz="quarter" idx="16" hasCustomPrompt="1"/>
          </p:nvPr>
        </p:nvSpPr>
        <p:spPr>
          <a:xfrm>
            <a:off x="738188" y="3452647"/>
            <a:ext cx="3359150" cy="2561187"/>
          </a:xfrm>
        </p:spPr>
        <p:txBody>
          <a:bodyPr/>
          <a:lstStyle>
            <a:lvl1pPr>
              <a:defRPr/>
            </a:lvl1pPr>
          </a:lstStyle>
          <a:p>
            <a:r>
              <a:rPr lang="en-US" dirty="0"/>
              <a:t>Insert a picture</a:t>
            </a:r>
            <a:endParaRPr lang="ru-RU" dirty="0"/>
          </a:p>
        </p:txBody>
      </p:sp>
      <p:sp>
        <p:nvSpPr>
          <p:cNvPr id="11" name="Рисунок 2"/>
          <p:cNvSpPr>
            <a:spLocks noGrp="1"/>
          </p:cNvSpPr>
          <p:nvPr>
            <p:ph type="pic" sz="quarter" idx="17" hasCustomPrompt="1"/>
          </p:nvPr>
        </p:nvSpPr>
        <p:spPr>
          <a:xfrm>
            <a:off x="4411645" y="3925613"/>
            <a:ext cx="3359150" cy="2088221"/>
          </a:xfrm>
        </p:spPr>
        <p:txBody>
          <a:bodyPr/>
          <a:lstStyle/>
          <a:p>
            <a:r>
              <a:rPr lang="en-US" dirty="0"/>
              <a:t>Insert a picture</a:t>
            </a:r>
            <a:endParaRPr lang="ru-RU" dirty="0"/>
          </a:p>
        </p:txBody>
      </p:sp>
      <p:sp>
        <p:nvSpPr>
          <p:cNvPr id="12" name="Рисунок 2"/>
          <p:cNvSpPr>
            <a:spLocks noGrp="1"/>
          </p:cNvSpPr>
          <p:nvPr>
            <p:ph type="pic" sz="quarter" idx="18" hasCustomPrompt="1"/>
          </p:nvPr>
        </p:nvSpPr>
        <p:spPr>
          <a:xfrm>
            <a:off x="8085136" y="4382814"/>
            <a:ext cx="3359150" cy="1631020"/>
          </a:xfrm>
        </p:spPr>
        <p:txBody>
          <a:bodyPr/>
          <a:lstStyle/>
          <a:p>
            <a:r>
              <a:rPr lang="en-US" dirty="0"/>
              <a:t>Insert a picture</a:t>
            </a:r>
            <a:endParaRPr lang="ru-RU" dirty="0"/>
          </a:p>
        </p:txBody>
      </p:sp>
      <p:sp>
        <p:nvSpPr>
          <p:cNvPr id="5" name="Текст 4"/>
          <p:cNvSpPr>
            <a:spLocks noGrp="1"/>
          </p:cNvSpPr>
          <p:nvPr>
            <p:ph type="body" sz="quarter" idx="33" hasCustomPrompt="1"/>
          </p:nvPr>
        </p:nvSpPr>
        <p:spPr>
          <a:xfrm>
            <a:off x="738188" y="1339849"/>
            <a:ext cx="10706100" cy="772729"/>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20" name="Текст 5"/>
          <p:cNvSpPr>
            <a:spLocks noGrp="1"/>
          </p:cNvSpPr>
          <p:nvPr>
            <p:ph type="body" sz="quarter" idx="34"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3" name="Текст 2"/>
          <p:cNvSpPr>
            <a:spLocks noGrp="1"/>
          </p:cNvSpPr>
          <p:nvPr>
            <p:ph type="body" sz="quarter" idx="37" hasCustomPrompt="1"/>
          </p:nvPr>
        </p:nvSpPr>
        <p:spPr>
          <a:xfrm>
            <a:off x="737328" y="2317530"/>
            <a:ext cx="3359976" cy="560387"/>
          </a:xfrm>
        </p:spPr>
        <p:txBody>
          <a:bodyPr>
            <a:normAutofit/>
          </a:bodyPr>
          <a:lstStyle>
            <a:lvl1pPr marL="0" indent="0" algn="l">
              <a:buNone/>
              <a:defRPr sz="1800" b="1"/>
            </a:lvl1pPr>
          </a:lstStyle>
          <a:p>
            <a:pPr lvl="0"/>
            <a:r>
              <a:rPr lang="en-US" dirty="0"/>
              <a:t>Block title</a:t>
            </a:r>
            <a:endParaRPr lang="ru-RU" dirty="0"/>
          </a:p>
        </p:txBody>
      </p:sp>
      <p:sp>
        <p:nvSpPr>
          <p:cNvPr id="24" name="Текст 5"/>
          <p:cNvSpPr>
            <a:spLocks noGrp="1"/>
          </p:cNvSpPr>
          <p:nvPr>
            <p:ph type="body" sz="quarter" idx="38" hasCustomPrompt="1"/>
          </p:nvPr>
        </p:nvSpPr>
        <p:spPr>
          <a:xfrm>
            <a:off x="737328" y="2877916"/>
            <a:ext cx="3359976" cy="574731"/>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25" name="Текст 2"/>
          <p:cNvSpPr>
            <a:spLocks noGrp="1"/>
          </p:cNvSpPr>
          <p:nvPr>
            <p:ph type="body" sz="quarter" idx="39" hasCustomPrompt="1"/>
          </p:nvPr>
        </p:nvSpPr>
        <p:spPr>
          <a:xfrm>
            <a:off x="4410819" y="2317530"/>
            <a:ext cx="3359976" cy="560387"/>
          </a:xfrm>
        </p:spPr>
        <p:txBody>
          <a:bodyPr>
            <a:normAutofit/>
          </a:bodyPr>
          <a:lstStyle>
            <a:lvl1pPr marL="0" indent="0" algn="l">
              <a:buNone/>
              <a:defRPr sz="1800" b="1"/>
            </a:lvl1pPr>
          </a:lstStyle>
          <a:p>
            <a:pPr lvl="0"/>
            <a:r>
              <a:rPr lang="en-US" dirty="0"/>
              <a:t>Block title</a:t>
            </a:r>
            <a:endParaRPr lang="ru-RU" dirty="0"/>
          </a:p>
        </p:txBody>
      </p:sp>
      <p:sp>
        <p:nvSpPr>
          <p:cNvPr id="26" name="Текст 5"/>
          <p:cNvSpPr>
            <a:spLocks noGrp="1"/>
          </p:cNvSpPr>
          <p:nvPr>
            <p:ph type="body" sz="quarter" idx="40" hasCustomPrompt="1"/>
          </p:nvPr>
        </p:nvSpPr>
        <p:spPr>
          <a:xfrm>
            <a:off x="4410819" y="2877916"/>
            <a:ext cx="3359976" cy="1047697"/>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27" name="Текст 2"/>
          <p:cNvSpPr>
            <a:spLocks noGrp="1"/>
          </p:cNvSpPr>
          <p:nvPr>
            <p:ph type="body" sz="quarter" idx="41" hasCustomPrompt="1"/>
          </p:nvPr>
        </p:nvSpPr>
        <p:spPr>
          <a:xfrm>
            <a:off x="8084310" y="2317529"/>
            <a:ext cx="3359976" cy="560387"/>
          </a:xfrm>
        </p:spPr>
        <p:txBody>
          <a:bodyPr>
            <a:normAutofit/>
          </a:bodyPr>
          <a:lstStyle>
            <a:lvl1pPr marL="0" indent="0" algn="l">
              <a:buNone/>
              <a:defRPr sz="1800" b="1"/>
            </a:lvl1pPr>
          </a:lstStyle>
          <a:p>
            <a:pPr lvl="0"/>
            <a:r>
              <a:rPr lang="en-US" dirty="0"/>
              <a:t>Block title</a:t>
            </a:r>
            <a:endParaRPr lang="ru-RU" dirty="0"/>
          </a:p>
        </p:txBody>
      </p:sp>
      <p:sp>
        <p:nvSpPr>
          <p:cNvPr id="28" name="Текст 5"/>
          <p:cNvSpPr>
            <a:spLocks noGrp="1"/>
          </p:cNvSpPr>
          <p:nvPr>
            <p:ph type="body" sz="quarter" idx="42" hasCustomPrompt="1"/>
          </p:nvPr>
        </p:nvSpPr>
        <p:spPr>
          <a:xfrm>
            <a:off x="8084310" y="2877915"/>
            <a:ext cx="3359976" cy="1504899"/>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Tree>
    <p:extLst>
      <p:ext uri="{BB962C8B-B14F-4D97-AF65-F5344CB8AC3E}">
        <p14:creationId xmlns:p14="http://schemas.microsoft.com/office/powerpoint/2010/main" val="7306773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4" name="Текст 3"/>
          <p:cNvSpPr>
            <a:spLocks noGrp="1"/>
          </p:cNvSpPr>
          <p:nvPr>
            <p:ph type="body" sz="quarter" idx="17" hasCustomPrompt="1"/>
          </p:nvPr>
        </p:nvSpPr>
        <p:spPr>
          <a:xfrm>
            <a:off x="737572"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7" name="Диаграмма 6"/>
          <p:cNvSpPr>
            <a:spLocks noGrp="1"/>
          </p:cNvSpPr>
          <p:nvPr>
            <p:ph type="chart" sz="quarter" idx="18" hasCustomPrompt="1"/>
          </p:nvPr>
        </p:nvSpPr>
        <p:spPr>
          <a:xfrm>
            <a:off x="738189" y="2501024"/>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9" name="Объект 8"/>
          <p:cNvSpPr>
            <a:spLocks noGrp="1"/>
          </p:cNvSpPr>
          <p:nvPr>
            <p:ph sz="quarter" idx="19" hasCustomPrompt="1"/>
          </p:nvPr>
        </p:nvSpPr>
        <p:spPr>
          <a:xfrm>
            <a:off x="737838"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15" name="Объект 8"/>
          <p:cNvSpPr>
            <a:spLocks noGrp="1"/>
          </p:cNvSpPr>
          <p:nvPr>
            <p:ph sz="quarter" idx="20" hasCustomPrompt="1"/>
          </p:nvPr>
        </p:nvSpPr>
        <p:spPr>
          <a:xfrm>
            <a:off x="737573"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16" name="Объект 8"/>
          <p:cNvSpPr>
            <a:spLocks noGrp="1"/>
          </p:cNvSpPr>
          <p:nvPr>
            <p:ph sz="quarter" idx="21" hasCustomPrompt="1"/>
          </p:nvPr>
        </p:nvSpPr>
        <p:spPr>
          <a:xfrm>
            <a:off x="737572"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17" name="Текст 3"/>
          <p:cNvSpPr>
            <a:spLocks noGrp="1"/>
          </p:cNvSpPr>
          <p:nvPr>
            <p:ph type="body" sz="quarter" idx="22" hasCustomPrompt="1"/>
          </p:nvPr>
        </p:nvSpPr>
        <p:spPr>
          <a:xfrm>
            <a:off x="4577870"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1" name="Диаграмма 6"/>
          <p:cNvSpPr>
            <a:spLocks noGrp="1"/>
          </p:cNvSpPr>
          <p:nvPr>
            <p:ph type="chart" sz="quarter" idx="23" hasCustomPrompt="1"/>
          </p:nvPr>
        </p:nvSpPr>
        <p:spPr>
          <a:xfrm>
            <a:off x="4578488" y="2501025"/>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3" name="Объект 8"/>
          <p:cNvSpPr>
            <a:spLocks noGrp="1"/>
          </p:cNvSpPr>
          <p:nvPr>
            <p:ph sz="quarter" idx="24" hasCustomPrompt="1"/>
          </p:nvPr>
        </p:nvSpPr>
        <p:spPr>
          <a:xfrm>
            <a:off x="4577959"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4" name="Объект 8"/>
          <p:cNvSpPr>
            <a:spLocks noGrp="1"/>
          </p:cNvSpPr>
          <p:nvPr>
            <p:ph sz="quarter" idx="25" hasCustomPrompt="1"/>
          </p:nvPr>
        </p:nvSpPr>
        <p:spPr>
          <a:xfrm>
            <a:off x="4577694"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25" name="Объект 8"/>
          <p:cNvSpPr>
            <a:spLocks noGrp="1"/>
          </p:cNvSpPr>
          <p:nvPr>
            <p:ph sz="quarter" idx="26" hasCustomPrompt="1"/>
          </p:nvPr>
        </p:nvSpPr>
        <p:spPr>
          <a:xfrm>
            <a:off x="4577693"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26" name="Текст 3"/>
          <p:cNvSpPr>
            <a:spLocks noGrp="1"/>
          </p:cNvSpPr>
          <p:nvPr>
            <p:ph type="body" sz="quarter" idx="27" hasCustomPrompt="1"/>
          </p:nvPr>
        </p:nvSpPr>
        <p:spPr>
          <a:xfrm>
            <a:off x="8418169" y="1923695"/>
            <a:ext cx="3026117" cy="346951"/>
          </a:xfrm>
        </p:spPr>
        <p:txBody>
          <a:bodyPr>
            <a:normAutofit/>
          </a:bodyPr>
          <a:lstStyle>
            <a:lvl1pPr marL="0" indent="0" algn="ctr">
              <a:buNone/>
              <a:defRPr sz="1800" baseline="0">
                <a:solidFill>
                  <a:srgbClr val="006CB7"/>
                </a:solidFill>
              </a:defRPr>
            </a:lvl1pPr>
          </a:lstStyle>
          <a:p>
            <a:pPr lvl="0"/>
            <a:r>
              <a:rPr lang="en-US" dirty="0"/>
              <a:t>Description</a:t>
            </a:r>
            <a:endParaRPr lang="ru-RU" dirty="0"/>
          </a:p>
        </p:txBody>
      </p:sp>
      <p:sp>
        <p:nvSpPr>
          <p:cNvPr id="27" name="Диаграмма 6"/>
          <p:cNvSpPr>
            <a:spLocks noGrp="1"/>
          </p:cNvSpPr>
          <p:nvPr>
            <p:ph type="chart" sz="quarter" idx="28" hasCustomPrompt="1"/>
          </p:nvPr>
        </p:nvSpPr>
        <p:spPr>
          <a:xfrm>
            <a:off x="8418787" y="2501025"/>
            <a:ext cx="3025500" cy="2204325"/>
          </a:xfrm>
        </p:spPr>
        <p:txBody>
          <a:bodyPr/>
          <a:lstStyle>
            <a:lvl1pPr marL="0" indent="0">
              <a:buNone/>
              <a:defRPr baseline="0"/>
            </a:lvl1pPr>
          </a:lstStyle>
          <a:p>
            <a:r>
              <a:rPr lang="en-US" dirty="0"/>
              <a:t>Diagram (</a:t>
            </a:r>
            <a:r>
              <a:rPr lang="en-US" dirty="0" err="1"/>
              <a:t>colours</a:t>
            </a:r>
            <a:r>
              <a:rPr lang="en-US" dirty="0"/>
              <a:t> of the text match the diagram)</a:t>
            </a:r>
            <a:endParaRPr lang="ru-RU" dirty="0"/>
          </a:p>
        </p:txBody>
      </p:sp>
      <p:sp>
        <p:nvSpPr>
          <p:cNvPr id="28" name="Объект 8"/>
          <p:cNvSpPr>
            <a:spLocks noGrp="1"/>
          </p:cNvSpPr>
          <p:nvPr>
            <p:ph sz="quarter" idx="29" hasCustomPrompt="1"/>
          </p:nvPr>
        </p:nvSpPr>
        <p:spPr>
          <a:xfrm>
            <a:off x="8418079" y="4997450"/>
            <a:ext cx="3026735" cy="279400"/>
          </a:xfrm>
        </p:spPr>
        <p:txBody>
          <a:bodyPr>
            <a:noAutofit/>
          </a:bodyPr>
          <a:lstStyle>
            <a:lvl1pPr marL="0" indent="0">
              <a:buNone/>
              <a:defRPr sz="1600">
                <a:solidFill>
                  <a:srgbClr val="006CB7"/>
                </a:solidFill>
              </a:defRPr>
            </a:lvl1pPr>
          </a:lstStyle>
          <a:p>
            <a:pPr lvl="0"/>
            <a:r>
              <a:rPr lang="en-US" dirty="0"/>
              <a:t>Description</a:t>
            </a:r>
            <a:endParaRPr lang="ru-RU" dirty="0"/>
          </a:p>
        </p:txBody>
      </p:sp>
      <p:sp>
        <p:nvSpPr>
          <p:cNvPr id="29" name="Объект 8"/>
          <p:cNvSpPr>
            <a:spLocks noGrp="1"/>
          </p:cNvSpPr>
          <p:nvPr>
            <p:ph sz="quarter" idx="30" hasCustomPrompt="1"/>
          </p:nvPr>
        </p:nvSpPr>
        <p:spPr>
          <a:xfrm>
            <a:off x="8417814" y="5695731"/>
            <a:ext cx="3026735" cy="279400"/>
          </a:xfrm>
        </p:spPr>
        <p:txBody>
          <a:bodyPr>
            <a:noAutofit/>
          </a:bodyPr>
          <a:lstStyle>
            <a:lvl1pPr marL="0" indent="0">
              <a:buNone/>
              <a:defRPr sz="1600">
                <a:solidFill>
                  <a:srgbClr val="80C342"/>
                </a:solidFill>
              </a:defRPr>
            </a:lvl1pPr>
          </a:lstStyle>
          <a:p>
            <a:pPr lvl="0"/>
            <a:r>
              <a:rPr lang="en-US" dirty="0"/>
              <a:t>Description</a:t>
            </a:r>
            <a:endParaRPr lang="ru-RU" dirty="0"/>
          </a:p>
        </p:txBody>
      </p:sp>
      <p:sp>
        <p:nvSpPr>
          <p:cNvPr id="30" name="Объект 8"/>
          <p:cNvSpPr>
            <a:spLocks noGrp="1"/>
          </p:cNvSpPr>
          <p:nvPr>
            <p:ph sz="quarter" idx="31" hasCustomPrompt="1"/>
          </p:nvPr>
        </p:nvSpPr>
        <p:spPr>
          <a:xfrm>
            <a:off x="8417813" y="5346590"/>
            <a:ext cx="3026735" cy="279400"/>
          </a:xfrm>
        </p:spPr>
        <p:txBody>
          <a:bodyPr>
            <a:noAutofit/>
          </a:bodyPr>
          <a:lstStyle>
            <a:lvl1pPr marL="0" indent="0">
              <a:buNone/>
              <a:defRPr sz="1600">
                <a:solidFill>
                  <a:srgbClr val="EE3129"/>
                </a:solidFill>
              </a:defRPr>
            </a:lvl1pPr>
          </a:lstStyle>
          <a:p>
            <a:pPr lvl="0"/>
            <a:r>
              <a:rPr lang="en-US" dirty="0"/>
              <a:t>Description</a:t>
            </a:r>
            <a:endParaRPr lang="ru-RU" dirty="0"/>
          </a:p>
        </p:txBody>
      </p:sp>
      <p:sp>
        <p:nvSpPr>
          <p:cNvPr id="31" name="Объект 19"/>
          <p:cNvSpPr>
            <a:spLocks noGrp="1"/>
          </p:cNvSpPr>
          <p:nvPr>
            <p:ph sz="quarter" idx="14" hasCustomPrompt="1"/>
          </p:nvPr>
        </p:nvSpPr>
        <p:spPr>
          <a:xfrm>
            <a:off x="738189" y="1214002"/>
            <a:ext cx="10706099" cy="449262"/>
          </a:xfrm>
        </p:spPr>
        <p:txBody>
          <a:bodyPr/>
          <a:lstStyle>
            <a:lvl1pPr marL="0" indent="0">
              <a:buNone/>
              <a:defRPr sz="2800"/>
            </a:lvl1pPr>
          </a:lstStyle>
          <a:p>
            <a:r>
              <a:rPr lang="en-US" sz="2000" dirty="0">
                <a:solidFill>
                  <a:srgbClr val="006CB7"/>
                </a:solidFill>
              </a:rPr>
              <a:t>Long subtitle or descriptive text on one or two lines</a:t>
            </a:r>
          </a:p>
        </p:txBody>
      </p:sp>
      <p:sp>
        <p:nvSpPr>
          <p:cNvPr id="49" name="Текст 5"/>
          <p:cNvSpPr>
            <a:spLocks noGrp="1"/>
          </p:cNvSpPr>
          <p:nvPr>
            <p:ph type="body" sz="quarter" idx="37"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Tree>
    <p:extLst>
      <p:ext uri="{BB962C8B-B14F-4D97-AF65-F5344CB8AC3E}">
        <p14:creationId xmlns:p14="http://schemas.microsoft.com/office/powerpoint/2010/main" val="38166769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columns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7" name="Текст 2"/>
          <p:cNvSpPr>
            <a:spLocks noGrp="1"/>
          </p:cNvSpPr>
          <p:nvPr>
            <p:ph type="body" sz="quarter" idx="37" hasCustomPrompt="1"/>
          </p:nvPr>
        </p:nvSpPr>
        <p:spPr>
          <a:xfrm>
            <a:off x="738190" y="2175641"/>
            <a:ext cx="5043486" cy="560387"/>
          </a:xfrm>
        </p:spPr>
        <p:txBody>
          <a:bodyPr>
            <a:normAutofit/>
          </a:bodyPr>
          <a:lstStyle>
            <a:lvl1pPr marL="0" indent="0" algn="l">
              <a:buNone/>
              <a:defRPr sz="1800" b="1"/>
            </a:lvl1pPr>
          </a:lstStyle>
          <a:p>
            <a:pPr lvl="0"/>
            <a:r>
              <a:rPr lang="en-US" dirty="0"/>
              <a:t>Block title</a:t>
            </a:r>
            <a:endParaRPr lang="ru-RU" dirty="0"/>
          </a:p>
        </p:txBody>
      </p:sp>
      <p:sp>
        <p:nvSpPr>
          <p:cNvPr id="8" name="Текст 5"/>
          <p:cNvSpPr>
            <a:spLocks noGrp="1"/>
          </p:cNvSpPr>
          <p:nvPr>
            <p:ph type="body" sz="quarter" idx="38" hasCustomPrompt="1"/>
          </p:nvPr>
        </p:nvSpPr>
        <p:spPr>
          <a:xfrm>
            <a:off x="738190" y="2736027"/>
            <a:ext cx="504348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
        <p:nvSpPr>
          <p:cNvPr id="9" name="Текст 2"/>
          <p:cNvSpPr>
            <a:spLocks noGrp="1"/>
          </p:cNvSpPr>
          <p:nvPr>
            <p:ph type="body" sz="quarter" idx="39" hasCustomPrompt="1"/>
          </p:nvPr>
        </p:nvSpPr>
        <p:spPr>
          <a:xfrm>
            <a:off x="6400800" y="2175641"/>
            <a:ext cx="5043486" cy="560387"/>
          </a:xfrm>
        </p:spPr>
        <p:txBody>
          <a:bodyPr>
            <a:normAutofit/>
          </a:bodyPr>
          <a:lstStyle>
            <a:lvl1pPr marL="0" indent="0" algn="l">
              <a:buNone/>
              <a:defRPr sz="1800" b="1"/>
            </a:lvl1pPr>
          </a:lstStyle>
          <a:p>
            <a:pPr lvl="0"/>
            <a:r>
              <a:rPr lang="en-US" dirty="0"/>
              <a:t>Block title</a:t>
            </a:r>
            <a:endParaRPr lang="ru-RU" dirty="0"/>
          </a:p>
        </p:txBody>
      </p:sp>
      <p:sp>
        <p:nvSpPr>
          <p:cNvPr id="11" name="Текст 5"/>
          <p:cNvSpPr>
            <a:spLocks noGrp="1"/>
          </p:cNvSpPr>
          <p:nvPr>
            <p:ph type="body" sz="quarter" idx="40" hasCustomPrompt="1"/>
          </p:nvPr>
        </p:nvSpPr>
        <p:spPr>
          <a:xfrm>
            <a:off x="6400800" y="2736027"/>
            <a:ext cx="5043486" cy="3239104"/>
          </a:xfrm>
        </p:spPr>
        <p:txBody>
          <a:bodyPr>
            <a:noAutofit/>
          </a:bodyPr>
          <a:lstStyle>
            <a:lvl1pPr marL="0" indent="0">
              <a:buNone/>
              <a:defRPr sz="14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t>
            </a:r>
          </a:p>
        </p:txBody>
      </p:sp>
    </p:spTree>
    <p:extLst>
      <p:ext uri="{BB962C8B-B14F-4D97-AF65-F5344CB8AC3E}">
        <p14:creationId xmlns:p14="http://schemas.microsoft.com/office/powerpoint/2010/main" val="33075524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columns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
        <p:nvSpPr>
          <p:cNvPr id="3" name="Текст 2"/>
          <p:cNvSpPr>
            <a:spLocks noGrp="1"/>
          </p:cNvSpPr>
          <p:nvPr>
            <p:ph type="body" sz="quarter" idx="35" hasCustomPrompt="1"/>
          </p:nvPr>
        </p:nvSpPr>
        <p:spPr>
          <a:xfrm>
            <a:off x="738190"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9" name="Текст 2"/>
          <p:cNvSpPr>
            <a:spLocks noGrp="1"/>
          </p:cNvSpPr>
          <p:nvPr>
            <p:ph type="body" sz="quarter" idx="36" hasCustomPrompt="1"/>
          </p:nvPr>
        </p:nvSpPr>
        <p:spPr>
          <a:xfrm>
            <a:off x="6396039"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11" name="Текст 24"/>
          <p:cNvSpPr>
            <a:spLocks noGrp="1"/>
          </p:cNvSpPr>
          <p:nvPr>
            <p:ph type="body" sz="quarter" idx="37" hasCustomPrompt="1"/>
          </p:nvPr>
        </p:nvSpPr>
        <p:spPr>
          <a:xfrm>
            <a:off x="6396038"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Tree>
    <p:extLst>
      <p:ext uri="{BB962C8B-B14F-4D97-AF65-F5344CB8AC3E}">
        <p14:creationId xmlns:p14="http://schemas.microsoft.com/office/powerpoint/2010/main" val="26886581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lumns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4" name="Рисунок 3"/>
          <p:cNvSpPr>
            <a:spLocks noGrp="1"/>
          </p:cNvSpPr>
          <p:nvPr>
            <p:ph type="pic" sz="quarter" idx="38" hasCustomPrompt="1"/>
          </p:nvPr>
        </p:nvSpPr>
        <p:spPr>
          <a:xfrm>
            <a:off x="738191" y="1292252"/>
            <a:ext cx="5075018" cy="4635500"/>
          </a:xfrm>
        </p:spPr>
        <p:txBody>
          <a:bodyPr/>
          <a:lstStyle>
            <a:lvl1pPr>
              <a:defRPr/>
            </a:lvl1pPr>
          </a:lstStyle>
          <a:p>
            <a:r>
              <a:rPr lang="en-US" dirty="0"/>
              <a:t>Insert a picture</a:t>
            </a:r>
            <a:endParaRPr lang="ru-RU" dirty="0"/>
          </a:p>
        </p:txBody>
      </p:sp>
      <p:sp>
        <p:nvSpPr>
          <p:cNvPr id="3" name="Текст 2"/>
          <p:cNvSpPr>
            <a:spLocks noGrp="1"/>
          </p:cNvSpPr>
          <p:nvPr>
            <p:ph type="body" sz="quarter" idx="42" hasCustomPrompt="1"/>
          </p:nvPr>
        </p:nvSpPr>
        <p:spPr>
          <a:xfrm>
            <a:off x="6396038" y="1292225"/>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6" name="Текст 5"/>
          <p:cNvSpPr>
            <a:spLocks noGrp="1"/>
          </p:cNvSpPr>
          <p:nvPr>
            <p:ph type="body" sz="quarter" idx="43" hasCustomPrompt="1"/>
          </p:nvPr>
        </p:nvSpPr>
        <p:spPr>
          <a:xfrm>
            <a:off x="6396038" y="1633538"/>
            <a:ext cx="5048250" cy="1298849"/>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
        <p:nvSpPr>
          <p:cNvPr id="13" name="Текст 2"/>
          <p:cNvSpPr>
            <a:spLocks noGrp="1"/>
          </p:cNvSpPr>
          <p:nvPr>
            <p:ph type="body" sz="quarter" idx="44" hasCustomPrompt="1"/>
          </p:nvPr>
        </p:nvSpPr>
        <p:spPr>
          <a:xfrm>
            <a:off x="6396038" y="2954839"/>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14" name="Текст 5"/>
          <p:cNvSpPr>
            <a:spLocks noGrp="1"/>
          </p:cNvSpPr>
          <p:nvPr>
            <p:ph type="body" sz="quarter" idx="45" hasCustomPrompt="1"/>
          </p:nvPr>
        </p:nvSpPr>
        <p:spPr>
          <a:xfrm>
            <a:off x="6396038" y="3296152"/>
            <a:ext cx="5048250" cy="1298849"/>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
        <p:nvSpPr>
          <p:cNvPr id="15" name="Текст 2"/>
          <p:cNvSpPr>
            <a:spLocks noGrp="1"/>
          </p:cNvSpPr>
          <p:nvPr>
            <p:ph type="body" sz="quarter" idx="46" hasCustomPrompt="1"/>
          </p:nvPr>
        </p:nvSpPr>
        <p:spPr>
          <a:xfrm>
            <a:off x="6396036" y="4617763"/>
            <a:ext cx="5048250" cy="318861"/>
          </a:xfrm>
        </p:spPr>
        <p:txBody>
          <a:bodyPr>
            <a:normAutofit/>
          </a:bodyPr>
          <a:lstStyle>
            <a:lvl1pPr marL="0" indent="0">
              <a:buNone/>
              <a:defRPr sz="1800" b="1">
                <a:solidFill>
                  <a:srgbClr val="006CB7"/>
                </a:solidFill>
              </a:defRPr>
            </a:lvl1pPr>
          </a:lstStyle>
          <a:p>
            <a:pPr lvl="0"/>
            <a:r>
              <a:rPr lang="en-US" dirty="0"/>
              <a:t>Subtitle</a:t>
            </a:r>
          </a:p>
        </p:txBody>
      </p:sp>
      <p:sp>
        <p:nvSpPr>
          <p:cNvPr id="16" name="Текст 5"/>
          <p:cNvSpPr>
            <a:spLocks noGrp="1"/>
          </p:cNvSpPr>
          <p:nvPr>
            <p:ph type="body" sz="quarter" idx="47" hasCustomPrompt="1"/>
          </p:nvPr>
        </p:nvSpPr>
        <p:spPr>
          <a:xfrm>
            <a:off x="6396036" y="4959077"/>
            <a:ext cx="5048250" cy="979988"/>
          </a:xfrm>
        </p:spPr>
        <p:txBody>
          <a:bodyPr>
            <a:noAutofit/>
          </a:bodyPr>
          <a:lstStyle>
            <a:lvl1pPr marL="285750" indent="-285750">
              <a:buFont typeface="Arial" panose="020B0604020202020204" pitchFamily="34" charset="0"/>
              <a:buChar char="•"/>
              <a:defRPr sz="1400"/>
            </a:lvl1pPr>
            <a:lvl2pPr>
              <a:defRPr sz="1400"/>
            </a:lvl2pPr>
          </a:lstStyle>
          <a:p>
            <a:pPr lvl="1"/>
            <a:r>
              <a:rPr lang="en-US" dirty="0"/>
              <a:t>Text</a:t>
            </a:r>
          </a:p>
        </p:txBody>
      </p:sp>
    </p:spTree>
    <p:extLst>
      <p:ext uri="{BB962C8B-B14F-4D97-AF65-F5344CB8AC3E}">
        <p14:creationId xmlns:p14="http://schemas.microsoft.com/office/powerpoint/2010/main" val="10534463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columns slide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10706096"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Текст 2"/>
          <p:cNvSpPr>
            <a:spLocks noGrp="1"/>
          </p:cNvSpPr>
          <p:nvPr>
            <p:ph type="body" sz="quarter" idx="35" hasCustomPrompt="1"/>
          </p:nvPr>
        </p:nvSpPr>
        <p:spPr>
          <a:xfrm>
            <a:off x="738190" y="3421116"/>
            <a:ext cx="5048247" cy="2554233"/>
          </a:xfrm>
        </p:spPr>
        <p:txBody>
          <a:bodyPr>
            <a:normAutofit/>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4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ru-RU"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8" name="Текст 2"/>
          <p:cNvSpPr>
            <a:spLocks noGrp="1"/>
          </p:cNvSpPr>
          <p:nvPr>
            <p:ph type="body" sz="quarter" idx="36" hasCustomPrompt="1"/>
          </p:nvPr>
        </p:nvSpPr>
        <p:spPr>
          <a:xfrm>
            <a:off x="6396039" y="3421116"/>
            <a:ext cx="5048247" cy="2554232"/>
          </a:xfrm>
        </p:spPr>
        <p:txBody>
          <a:bodyPr>
            <a:normAutofit/>
          </a:bodyPr>
          <a:lstStyle>
            <a:lvl1pPr marL="285750" marR="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4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ru-RU"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endParaRPr lang="en-US" dirty="0"/>
          </a:p>
          <a:p>
            <a:pPr marL="285750" marR="0" lvl="0" indent="-28575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p>
        </p:txBody>
      </p:sp>
      <p:sp>
        <p:nvSpPr>
          <p:cNvPr id="4" name="Текст 3"/>
          <p:cNvSpPr>
            <a:spLocks noGrp="1"/>
          </p:cNvSpPr>
          <p:nvPr>
            <p:ph type="body" sz="quarter" idx="37" hasCustomPrompt="1"/>
          </p:nvPr>
        </p:nvSpPr>
        <p:spPr>
          <a:xfrm>
            <a:off x="738188" y="2617789"/>
            <a:ext cx="5048250" cy="582612"/>
          </a:xfrm>
        </p:spPr>
        <p:txBody>
          <a:bodyPr>
            <a:normAutofit/>
          </a:bodyPr>
          <a:lstStyle>
            <a:lvl1pPr marL="0" indent="0">
              <a:buNone/>
              <a:defRPr sz="1800" b="1" baseline="0"/>
            </a:lvl1pPr>
          </a:lstStyle>
          <a:p>
            <a:pPr lvl="0"/>
            <a:r>
              <a:rPr lang="en-US" dirty="0"/>
              <a:t>Subtitle (can be longer and longer and longer and longer and longer and longer)</a:t>
            </a:r>
            <a:endParaRPr lang="ru-RU" dirty="0"/>
          </a:p>
        </p:txBody>
      </p:sp>
    </p:spTree>
    <p:extLst>
      <p:ext uri="{BB962C8B-B14F-4D97-AF65-F5344CB8AC3E}">
        <p14:creationId xmlns:p14="http://schemas.microsoft.com/office/powerpoint/2010/main" val="3349910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lumn slide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Текст 2"/>
          <p:cNvSpPr>
            <a:spLocks noGrp="1"/>
          </p:cNvSpPr>
          <p:nvPr>
            <p:ph type="body" sz="quarter" idx="35" hasCustomPrompt="1"/>
          </p:nvPr>
        </p:nvSpPr>
        <p:spPr>
          <a:xfrm>
            <a:off x="1182415" y="2144713"/>
            <a:ext cx="9747524" cy="3846512"/>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1800" b="1"/>
            </a:lvl1pPr>
            <a:lvl2pPr marL="457200" marR="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sz="1800" baseline="0"/>
            </a:lvl2pPr>
          </a:lstStyle>
          <a:p>
            <a:pPr lvl="0"/>
            <a:r>
              <a:rPr lang="en-US" dirty="0"/>
              <a:t>Text</a:t>
            </a:r>
            <a:endParaRPr lang="ru-RU" dirty="0"/>
          </a:p>
          <a:p>
            <a:pPr lvl="1"/>
            <a:endParaRPr lang="ru-RU" dirty="0"/>
          </a:p>
          <a:p>
            <a:pPr lvl="1"/>
            <a:endParaRPr lang="ru-RU" dirty="0"/>
          </a:p>
        </p:txBody>
      </p:sp>
      <p:sp>
        <p:nvSpPr>
          <p:cNvPr id="6" name="Текст 5"/>
          <p:cNvSpPr>
            <a:spLocks noGrp="1"/>
          </p:cNvSpPr>
          <p:nvPr>
            <p:ph type="body" sz="quarter" idx="37" hasCustomPrompt="1"/>
          </p:nvPr>
        </p:nvSpPr>
        <p:spPr>
          <a:xfrm>
            <a:off x="1182686" y="2538636"/>
            <a:ext cx="9747250" cy="682625"/>
          </a:xfrm>
        </p:spPr>
        <p:txBody>
          <a:bodyPr>
            <a:noAutofit/>
          </a:bodyPr>
          <a:lstStyle>
            <a:lvl1pPr marL="0" indent="0">
              <a:buNone/>
              <a:defRPr sz="1800"/>
            </a:lvl1pPr>
            <a:lvl2pPr marL="457200" indent="0">
              <a:buNone/>
              <a:defRPr sz="1800"/>
            </a:lvl2pPr>
          </a:lstStyle>
          <a:p>
            <a:pPr lvl="1"/>
            <a:r>
              <a:rPr lang="en-US" dirty="0"/>
              <a:t>Second level text</a:t>
            </a:r>
          </a:p>
        </p:txBody>
      </p:sp>
    </p:spTree>
    <p:extLst>
      <p:ext uri="{BB962C8B-B14F-4D97-AF65-F5344CB8AC3E}">
        <p14:creationId xmlns:p14="http://schemas.microsoft.com/office/powerpoint/2010/main" val="31161349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lumn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Рисунок 2"/>
          <p:cNvSpPr>
            <a:spLocks noGrp="1"/>
          </p:cNvSpPr>
          <p:nvPr>
            <p:ph type="pic" sz="quarter" idx="35" hasCustomPrompt="1"/>
          </p:nvPr>
        </p:nvSpPr>
        <p:spPr>
          <a:xfrm>
            <a:off x="1308100" y="2144713"/>
            <a:ext cx="9621838" cy="3894137"/>
          </a:xfrm>
        </p:spPr>
        <p:txBody>
          <a:bodyPr/>
          <a:lstStyle>
            <a:lvl1pPr>
              <a:defRPr/>
            </a:lvl1pPr>
          </a:lstStyle>
          <a:p>
            <a:r>
              <a:rPr lang="en-US" dirty="0"/>
              <a:t>Insert a picture</a:t>
            </a:r>
            <a:endParaRPr lang="ru-RU" dirty="0"/>
          </a:p>
        </p:txBody>
      </p:sp>
    </p:spTree>
    <p:extLst>
      <p:ext uri="{BB962C8B-B14F-4D97-AF65-F5344CB8AC3E}">
        <p14:creationId xmlns:p14="http://schemas.microsoft.com/office/powerpoint/2010/main" val="26522983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column slide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88" y="4274234"/>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3" name="Рисунок 2"/>
          <p:cNvSpPr>
            <a:spLocks noGrp="1"/>
          </p:cNvSpPr>
          <p:nvPr>
            <p:ph type="pic" sz="quarter" idx="35" hasCustomPrompt="1"/>
          </p:nvPr>
        </p:nvSpPr>
        <p:spPr>
          <a:xfrm>
            <a:off x="1308098" y="1429490"/>
            <a:ext cx="9621838" cy="2480358"/>
          </a:xfrm>
        </p:spPr>
        <p:txBody>
          <a:bodyPr/>
          <a:lstStyle>
            <a:lvl1pPr>
              <a:defRPr/>
            </a:lvl1pPr>
          </a:lstStyle>
          <a:p>
            <a:r>
              <a:rPr lang="en-US" dirty="0"/>
              <a:t>Insert a picture</a:t>
            </a:r>
            <a:endParaRPr lang="ru-RU" dirty="0"/>
          </a:p>
        </p:txBody>
      </p:sp>
      <p:sp>
        <p:nvSpPr>
          <p:cNvPr id="6" name="Текст 6"/>
          <p:cNvSpPr>
            <a:spLocks noGrp="1"/>
          </p:cNvSpPr>
          <p:nvPr>
            <p:ph type="body" sz="quarter" idx="36" hasCustomPrompt="1"/>
          </p:nvPr>
        </p:nvSpPr>
        <p:spPr>
          <a:xfrm>
            <a:off x="738188" y="4982349"/>
            <a:ext cx="10706098" cy="850892"/>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p:txBody>
      </p:sp>
    </p:spTree>
    <p:extLst>
      <p:ext uri="{BB962C8B-B14F-4D97-AF65-F5344CB8AC3E}">
        <p14:creationId xmlns:p14="http://schemas.microsoft.com/office/powerpoint/2010/main" val="26795315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lumn slide 6 (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4" name="Таблица 3"/>
          <p:cNvSpPr>
            <a:spLocks noGrp="1"/>
          </p:cNvSpPr>
          <p:nvPr>
            <p:ph type="tbl" sz="quarter" idx="34" hasCustomPrompt="1"/>
          </p:nvPr>
        </p:nvSpPr>
        <p:spPr>
          <a:xfrm>
            <a:off x="738188" y="1292225"/>
            <a:ext cx="10706100" cy="4510088"/>
          </a:xfrm>
        </p:spPr>
        <p:txBody>
          <a:bodyPr/>
          <a:lstStyle>
            <a:lvl1pPr>
              <a:defRPr/>
            </a:lvl1pPr>
          </a:lstStyle>
          <a:p>
            <a:r>
              <a:rPr lang="en-US" dirty="0"/>
              <a:t>Table insert</a:t>
            </a:r>
            <a:endParaRPr lang="ru-RU" dirty="0"/>
          </a:p>
        </p:txBody>
      </p:sp>
    </p:spTree>
    <p:extLst>
      <p:ext uri="{BB962C8B-B14F-4D97-AF65-F5344CB8AC3E}">
        <p14:creationId xmlns:p14="http://schemas.microsoft.com/office/powerpoint/2010/main" val="14110061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ig_image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3" name="Рисунок 2"/>
          <p:cNvSpPr>
            <a:spLocks noGrp="1"/>
          </p:cNvSpPr>
          <p:nvPr>
            <p:ph type="pic" sz="quarter" idx="35" hasCustomPrompt="1"/>
          </p:nvPr>
        </p:nvSpPr>
        <p:spPr>
          <a:xfrm>
            <a:off x="3606800" y="1355725"/>
            <a:ext cx="7837488" cy="4619625"/>
          </a:xfrm>
        </p:spPr>
        <p:txBody>
          <a:bodyPr/>
          <a:lstStyle>
            <a:lvl1pPr>
              <a:defRPr/>
            </a:lvl1pPr>
          </a:lstStyle>
          <a:p>
            <a:r>
              <a:rPr lang="en-US" dirty="0"/>
              <a:t>Insert a picture</a:t>
            </a:r>
            <a:endParaRPr lang="ru-RU" dirty="0"/>
          </a:p>
        </p:txBody>
      </p:sp>
      <p:sp>
        <p:nvSpPr>
          <p:cNvPr id="4" name="Текст 3"/>
          <p:cNvSpPr>
            <a:spLocks noGrp="1"/>
          </p:cNvSpPr>
          <p:nvPr>
            <p:ph type="body" sz="quarter" idx="36" hasCustomPrompt="1"/>
          </p:nvPr>
        </p:nvSpPr>
        <p:spPr>
          <a:xfrm>
            <a:off x="738191" y="2263775"/>
            <a:ext cx="2587622" cy="3711575"/>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9505621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ig_diagram_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Box 13"/>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31"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13" name="Текст 12"/>
          <p:cNvSpPr>
            <a:spLocks noGrp="1"/>
          </p:cNvSpPr>
          <p:nvPr>
            <p:ph type="body" sz="quarter" idx="34" hasCustomPrompt="1"/>
          </p:nvPr>
        </p:nvSpPr>
        <p:spPr>
          <a:xfrm>
            <a:off x="738191" y="1355725"/>
            <a:ext cx="2587622" cy="661988"/>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Title or subtitle</a:t>
            </a:r>
            <a:endParaRPr lang="ru-RU" dirty="0"/>
          </a:p>
        </p:txBody>
      </p:sp>
      <p:sp>
        <p:nvSpPr>
          <p:cNvPr id="4" name="Диаграмма 3"/>
          <p:cNvSpPr>
            <a:spLocks noGrp="1"/>
          </p:cNvSpPr>
          <p:nvPr>
            <p:ph type="chart" sz="quarter" idx="35" hasCustomPrompt="1"/>
          </p:nvPr>
        </p:nvSpPr>
        <p:spPr>
          <a:xfrm>
            <a:off x="3606800" y="1355725"/>
            <a:ext cx="7837488" cy="4619407"/>
          </a:xfrm>
        </p:spPr>
        <p:txBody>
          <a:bodyPr/>
          <a:lstStyle>
            <a:lvl1pPr>
              <a:defRPr/>
            </a:lvl1pPr>
          </a:lstStyle>
          <a:p>
            <a:r>
              <a:rPr lang="en-US" dirty="0"/>
              <a:t>Diagram</a:t>
            </a:r>
            <a:endParaRPr lang="ru-RU" dirty="0"/>
          </a:p>
        </p:txBody>
      </p:sp>
      <p:sp>
        <p:nvSpPr>
          <p:cNvPr id="7" name="Текст 3"/>
          <p:cNvSpPr>
            <a:spLocks noGrp="1"/>
          </p:cNvSpPr>
          <p:nvPr>
            <p:ph type="body" sz="quarter" idx="36" hasCustomPrompt="1"/>
          </p:nvPr>
        </p:nvSpPr>
        <p:spPr>
          <a:xfrm>
            <a:off x="738191" y="2263775"/>
            <a:ext cx="2587622" cy="3711575"/>
          </a:xfrm>
        </p:spPr>
        <p:txBody>
          <a:bodyPr>
            <a:normAutofit/>
          </a:bodyPr>
          <a:lstStyle>
            <a:lvl1pPr marL="0" indent="0">
              <a:buNone/>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a:t>
            </a:r>
          </a:p>
        </p:txBody>
      </p:sp>
    </p:spTree>
    <p:extLst>
      <p:ext uri="{BB962C8B-B14F-4D97-AF65-F5344CB8AC3E}">
        <p14:creationId xmlns:p14="http://schemas.microsoft.com/office/powerpoint/2010/main" val="8913706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acts slide">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Autofit/>
          </a:bodyPr>
          <a:lstStyle>
            <a:lvl1pPr marL="0" indent="0">
              <a:buNone/>
              <a:defRPr sz="2800">
                <a:solidFill>
                  <a:schemeClr val="bg1"/>
                </a:solidFill>
              </a:defRPr>
            </a:lvl1pPr>
          </a:lstStyle>
          <a:p>
            <a:r>
              <a:rPr lang="en-US" dirty="0">
                <a:solidFill>
                  <a:schemeClr val="bg1"/>
                </a:solidFill>
              </a:rPr>
              <a:t>Contacts</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8" name="Овал 7"/>
          <p:cNvSpPr/>
          <p:nvPr userDrawn="1"/>
        </p:nvSpPr>
        <p:spPr>
          <a:xfrm>
            <a:off x="2837794" y="1813034"/>
            <a:ext cx="2443655" cy="244365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Your photo</a:t>
            </a:r>
            <a:endParaRPr lang="ru-RU" dirty="0">
              <a:solidFill>
                <a:schemeClr val="tx1"/>
              </a:solidFill>
            </a:endParaRPr>
          </a:p>
        </p:txBody>
      </p:sp>
      <p:cxnSp>
        <p:nvCxnSpPr>
          <p:cNvPr id="14" name="Прямая соединительная линия 13"/>
          <p:cNvCxnSpPr/>
          <p:nvPr userDrawn="1"/>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Текст 4"/>
          <p:cNvSpPr>
            <a:spLocks noGrp="1"/>
          </p:cNvSpPr>
          <p:nvPr>
            <p:ph type="body" sz="quarter" idx="11" hasCustomPrompt="1"/>
          </p:nvPr>
        </p:nvSpPr>
        <p:spPr>
          <a:xfrm>
            <a:off x="2100263" y="6273231"/>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
        <p:nvSpPr>
          <p:cNvPr id="21" name="Текст 20"/>
          <p:cNvSpPr>
            <a:spLocks noGrp="1"/>
          </p:cNvSpPr>
          <p:nvPr>
            <p:ph type="body" sz="quarter" idx="12" hasCustomPrompt="1"/>
          </p:nvPr>
        </p:nvSpPr>
        <p:spPr>
          <a:xfrm>
            <a:off x="5675585" y="1813034"/>
            <a:ext cx="5768700" cy="425778"/>
          </a:xfrm>
        </p:spPr>
        <p:txBody>
          <a:bodyPr>
            <a:normAutofit/>
          </a:bodyPr>
          <a:lstStyle>
            <a:lvl1pPr marL="0" indent="0">
              <a:buNone/>
              <a:defRPr sz="2400" baseline="0">
                <a:solidFill>
                  <a:schemeClr val="bg1"/>
                </a:solidFill>
              </a:defRPr>
            </a:lvl1pPr>
            <a:lvl2pPr marL="457200" indent="0">
              <a:buNone/>
              <a:defRPr/>
            </a:lvl2pPr>
          </a:lstStyle>
          <a:p>
            <a:pPr lvl="0"/>
            <a:r>
              <a:rPr lang="en-US" dirty="0"/>
              <a:t>Name</a:t>
            </a:r>
            <a:endParaRPr lang="ru-RU" dirty="0"/>
          </a:p>
        </p:txBody>
      </p:sp>
      <p:sp>
        <p:nvSpPr>
          <p:cNvPr id="23" name="Текст 22"/>
          <p:cNvSpPr>
            <a:spLocks noGrp="1"/>
          </p:cNvSpPr>
          <p:nvPr>
            <p:ph type="body" sz="quarter" idx="13" hasCustomPrompt="1"/>
          </p:nvPr>
        </p:nvSpPr>
        <p:spPr>
          <a:xfrm>
            <a:off x="5675585" y="2270125"/>
            <a:ext cx="5768701" cy="457418"/>
          </a:xfrm>
        </p:spPr>
        <p:txBody>
          <a:bodyPr>
            <a:normAutofit/>
          </a:bodyPr>
          <a:lstStyle>
            <a:lvl1pPr marL="0" indent="0">
              <a:buNone/>
              <a:defRPr sz="2000" b="1"/>
            </a:lvl1pPr>
          </a:lstStyle>
          <a:p>
            <a:pPr lvl="0"/>
            <a:r>
              <a:rPr lang="en-US" dirty="0"/>
              <a:t>Position</a:t>
            </a:r>
            <a:endParaRPr lang="ru-RU" dirty="0"/>
          </a:p>
        </p:txBody>
      </p:sp>
      <p:sp>
        <p:nvSpPr>
          <p:cNvPr id="24" name="Текст 22"/>
          <p:cNvSpPr>
            <a:spLocks noGrp="1"/>
          </p:cNvSpPr>
          <p:nvPr>
            <p:ph type="body" sz="quarter" idx="14" hasCustomPrompt="1"/>
          </p:nvPr>
        </p:nvSpPr>
        <p:spPr>
          <a:xfrm>
            <a:off x="5675583" y="2727542"/>
            <a:ext cx="5768701" cy="1970581"/>
          </a:xfrm>
        </p:spPr>
        <p:txBody>
          <a:bodyPr>
            <a:normAutofit/>
          </a:bodyPr>
          <a:lstStyle>
            <a:lvl1pPr marL="0" indent="0">
              <a:buNone/>
              <a:defRPr sz="1800" baseline="0">
                <a:solidFill>
                  <a:schemeClr val="bg1"/>
                </a:solidFill>
              </a:defRPr>
            </a:lvl1pPr>
          </a:lstStyle>
          <a:p>
            <a:pPr lvl="0"/>
            <a:r>
              <a:rPr lang="en-US" dirty="0"/>
              <a:t>Working place, address, telephone, email and any other contact information</a:t>
            </a:r>
            <a:endParaRPr lang="ru-RU" dirty="0"/>
          </a:p>
        </p:txBody>
      </p:sp>
    </p:spTree>
    <p:extLst>
      <p:ext uri="{BB962C8B-B14F-4D97-AF65-F5344CB8AC3E}">
        <p14:creationId xmlns:p14="http://schemas.microsoft.com/office/powerpoint/2010/main" val="12349591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acts slide (many contacts)">
    <p:bg>
      <p:bgPr>
        <a:blipFill dpi="0" rotWithShape="1">
          <a:blip r:embed="rId2"/>
          <a:srcRect/>
          <a:stretch>
            <a:fillRect/>
          </a:stretch>
        </a:blipFill>
        <a:effectLst/>
      </p:bgPr>
    </p:bg>
    <p:spTree>
      <p:nvGrpSpPr>
        <p:cNvPr id="1" name=""/>
        <p:cNvGrpSpPr/>
        <p:nvPr/>
      </p:nvGrpSpPr>
      <p:grpSpPr>
        <a:xfrm>
          <a:off x="0" y="0"/>
          <a:ext cx="0" cy="0"/>
          <a:chOff x="0" y="0"/>
          <a:chExt cx="0" cy="0"/>
        </a:xfrm>
      </p:grpSpPr>
      <p:sp>
        <p:nvSpPr>
          <p:cNvPr id="11" name="Текст 10"/>
          <p:cNvSpPr>
            <a:spLocks noGrp="1"/>
          </p:cNvSpPr>
          <p:nvPr>
            <p:ph type="body" sz="quarter" idx="10" hasCustomPrompt="1"/>
          </p:nvPr>
        </p:nvSpPr>
        <p:spPr>
          <a:xfrm>
            <a:off x="738191" y="323850"/>
            <a:ext cx="6938959" cy="438150"/>
          </a:xfrm>
        </p:spPr>
        <p:txBody>
          <a:bodyPr>
            <a:noAutofit/>
          </a:bodyPr>
          <a:lstStyle>
            <a:lvl1pPr marL="0" indent="0">
              <a:buNone/>
              <a:defRPr sz="2800">
                <a:solidFill>
                  <a:schemeClr val="bg1"/>
                </a:solidFill>
              </a:defRPr>
            </a:lvl1pPr>
          </a:lstStyle>
          <a:p>
            <a:r>
              <a:rPr lang="en-US" dirty="0">
                <a:solidFill>
                  <a:schemeClr val="bg1"/>
                </a:solidFill>
              </a:rPr>
              <a:t>Contacts</a:t>
            </a:r>
            <a:endParaRPr lang="ru-RU" dirty="0">
              <a:solidFill>
                <a:schemeClr val="bg1"/>
              </a:solidFill>
            </a:endParaRPr>
          </a:p>
        </p:txBody>
      </p:sp>
      <p:sp>
        <p:nvSpPr>
          <p:cNvPr id="3" name="TextBox 2"/>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cxnSp>
        <p:nvCxnSpPr>
          <p:cNvPr id="14" name="Прямая соединительная линия 13"/>
          <p:cNvCxnSpPr/>
          <p:nvPr userDrawn="1"/>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Текст 4"/>
          <p:cNvSpPr>
            <a:spLocks noGrp="1"/>
          </p:cNvSpPr>
          <p:nvPr>
            <p:ph type="body" sz="quarter" idx="11" hasCustomPrompt="1"/>
          </p:nvPr>
        </p:nvSpPr>
        <p:spPr>
          <a:xfrm>
            <a:off x="2100263" y="6273231"/>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
        <p:nvSpPr>
          <p:cNvPr id="21" name="Текст 20"/>
          <p:cNvSpPr>
            <a:spLocks noGrp="1"/>
          </p:cNvSpPr>
          <p:nvPr>
            <p:ph type="body" sz="quarter" idx="12" hasCustomPrompt="1"/>
          </p:nvPr>
        </p:nvSpPr>
        <p:spPr>
          <a:xfrm>
            <a:off x="5675585" y="1813034"/>
            <a:ext cx="5768700" cy="425778"/>
          </a:xfrm>
        </p:spPr>
        <p:txBody>
          <a:bodyPr>
            <a:normAutofit/>
          </a:bodyPr>
          <a:lstStyle>
            <a:lvl1pPr marL="0" indent="0">
              <a:buNone/>
              <a:defRPr sz="2400" baseline="0">
                <a:solidFill>
                  <a:schemeClr val="bg1"/>
                </a:solidFill>
              </a:defRPr>
            </a:lvl1pPr>
            <a:lvl2pPr marL="457200" indent="0">
              <a:buNone/>
              <a:defRPr/>
            </a:lvl2pPr>
          </a:lstStyle>
          <a:p>
            <a:pPr lvl="0"/>
            <a:r>
              <a:rPr lang="en-US" dirty="0"/>
              <a:t>Name</a:t>
            </a:r>
            <a:endParaRPr lang="ru-RU" dirty="0"/>
          </a:p>
        </p:txBody>
      </p:sp>
      <p:sp>
        <p:nvSpPr>
          <p:cNvPr id="23" name="Текст 22"/>
          <p:cNvSpPr>
            <a:spLocks noGrp="1"/>
          </p:cNvSpPr>
          <p:nvPr>
            <p:ph type="body" sz="quarter" idx="13" hasCustomPrompt="1"/>
          </p:nvPr>
        </p:nvSpPr>
        <p:spPr>
          <a:xfrm>
            <a:off x="5675585" y="2270125"/>
            <a:ext cx="5768701" cy="457418"/>
          </a:xfrm>
        </p:spPr>
        <p:txBody>
          <a:bodyPr>
            <a:normAutofit/>
          </a:bodyPr>
          <a:lstStyle>
            <a:lvl1pPr marL="0" indent="0">
              <a:buNone/>
              <a:defRPr sz="2000" b="1"/>
            </a:lvl1pPr>
          </a:lstStyle>
          <a:p>
            <a:pPr lvl="0"/>
            <a:r>
              <a:rPr lang="en-US" dirty="0"/>
              <a:t>Position</a:t>
            </a:r>
            <a:endParaRPr lang="ru-RU" dirty="0"/>
          </a:p>
        </p:txBody>
      </p:sp>
      <p:sp>
        <p:nvSpPr>
          <p:cNvPr id="24" name="Текст 22"/>
          <p:cNvSpPr>
            <a:spLocks noGrp="1"/>
          </p:cNvSpPr>
          <p:nvPr>
            <p:ph type="body" sz="quarter" idx="14" hasCustomPrompt="1"/>
          </p:nvPr>
        </p:nvSpPr>
        <p:spPr>
          <a:xfrm>
            <a:off x="5675583" y="2727542"/>
            <a:ext cx="5768701" cy="1970581"/>
          </a:xfrm>
        </p:spPr>
        <p:txBody>
          <a:bodyPr>
            <a:normAutofit/>
          </a:bodyPr>
          <a:lstStyle>
            <a:lvl1pPr marL="0" indent="0">
              <a:buNone/>
              <a:defRPr sz="1800" baseline="0">
                <a:solidFill>
                  <a:schemeClr val="bg1"/>
                </a:solidFill>
              </a:defRPr>
            </a:lvl1pPr>
          </a:lstStyle>
          <a:p>
            <a:pPr lvl="0"/>
            <a:r>
              <a:rPr lang="en-US" dirty="0"/>
              <a:t>Working place, address, telephone, email and any other contact information</a:t>
            </a:r>
            <a:endParaRPr lang="ru-RU" dirty="0"/>
          </a:p>
        </p:txBody>
      </p:sp>
    </p:spTree>
    <p:extLst>
      <p:ext uri="{BB962C8B-B14F-4D97-AF65-F5344CB8AC3E}">
        <p14:creationId xmlns:p14="http://schemas.microsoft.com/office/powerpoint/2010/main" val="402360725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lstStyle/>
          <a:p>
            <a:r>
              <a:t>Footer</a:t>
            </a:r>
          </a:p>
        </p:txBody>
      </p:sp>
      <p:sp>
        <p:nvSpPr>
          <p:cNvPr id="3" name="PlaceHolder 2"/>
          <p:cNvSpPr>
            <a:spLocks noGrp="1"/>
          </p:cNvSpPr>
          <p:nvPr>
            <p:ph type="sldNum" idx="5"/>
          </p:nvPr>
        </p:nvSpPr>
        <p:spPr/>
        <p:txBody>
          <a:bodyPr/>
          <a:lstStyle/>
          <a:p>
            <a:fld id="{A0B35A6B-42D6-44B2-A9F4-43E789766DFA}" type="slidenum">
              <a:t>‹#›</a:t>
            </a:fld>
            <a:endParaRPr/>
          </a:p>
        </p:txBody>
      </p:sp>
      <p:sp>
        <p:nvSpPr>
          <p:cNvPr id="4" name="PlaceHolder 3"/>
          <p:cNvSpPr>
            <a:spLocks noGrp="1"/>
          </p:cNvSpPr>
          <p:nvPr>
            <p:ph type="dt" idx="6"/>
          </p:nvPr>
        </p:nvSpPr>
        <p:spPr/>
        <p:txBody>
          <a:bodyPr/>
          <a:lstStyle/>
          <a:p>
            <a:endParaRPr/>
          </a:p>
        </p:txBody>
      </p:sp>
    </p:spTree>
    <p:extLst>
      <p:ext uri="{BB962C8B-B14F-4D97-AF65-F5344CB8AC3E}">
        <p14:creationId xmlns:p14="http://schemas.microsoft.com/office/powerpoint/2010/main" val="22053556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47" name="PlaceHolder 2"/>
          <p:cNvSpPr>
            <a:spLocks noGrp="1"/>
          </p:cNvSpPr>
          <p:nvPr>
            <p:ph type="subTitle"/>
          </p:nvPr>
        </p:nvSpPr>
        <p:spPr>
          <a:xfrm>
            <a:off x="609600" y="1604640"/>
            <a:ext cx="10972320" cy="3977280"/>
          </a:xfrm>
          <a:prstGeom prst="rect">
            <a:avLst/>
          </a:prstGeom>
          <a:noFill/>
          <a:ln w="0">
            <a:noFill/>
          </a:ln>
        </p:spPr>
        <p:txBody>
          <a:bodyPr lIns="0" tIns="0" rIns="0" bIns="0" anchor="ctr">
            <a:noAutofit/>
          </a:bodyPr>
          <a:lstStyle>
            <a:lvl1pPr indent="0" algn="ctr">
              <a:buNone/>
              <a:defRPr/>
            </a:lvl1pPr>
          </a:lstStyle>
          <a:p>
            <a:pPr indent="0" algn="ctr">
              <a:buNone/>
            </a:pPr>
            <a:r>
              <a:rPr lang="en-US" sz="4267" b="0" strike="noStrike" spc="-1">
                <a:solidFill>
                  <a:srgbClr val="000000"/>
                </a:solidFill>
                <a:latin typeface="Arial"/>
              </a:rPr>
              <a:t>Click to edit Master subtitle style</a:t>
            </a:r>
            <a:endParaRPr lang="ru-RU" sz="4267"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72BF80CF-8809-44A2-9545-997677DA3FC8}" type="slidenum">
              <a:t>‹#›</a:t>
            </a:fld>
            <a:endParaRPr/>
          </a:p>
        </p:txBody>
      </p:sp>
      <p:sp>
        <p:nvSpPr>
          <p:cNvPr id="6" name="PlaceHolder 5"/>
          <p:cNvSpPr>
            <a:spLocks noGrp="1"/>
          </p:cNvSpPr>
          <p:nvPr>
            <p:ph type="dt" idx="6"/>
          </p:nvPr>
        </p:nvSpPr>
        <p:spPr/>
        <p:txBody>
          <a:bodyPr/>
          <a:lstStyle/>
          <a:p>
            <a:endParaRPr/>
          </a:p>
        </p:txBody>
      </p:sp>
    </p:spTree>
    <p:extLst>
      <p:ext uri="{BB962C8B-B14F-4D97-AF65-F5344CB8AC3E}">
        <p14:creationId xmlns:p14="http://schemas.microsoft.com/office/powerpoint/2010/main" val="4966552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49" name="PlaceHolder 2"/>
          <p:cNvSpPr>
            <a:spLocks noGrp="1"/>
          </p:cNvSpPr>
          <p:nvPr>
            <p:ph/>
          </p:nvPr>
        </p:nvSpPr>
        <p:spPr>
          <a:xfrm>
            <a:off x="609600" y="1604640"/>
            <a:ext cx="1097232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6D57146F-F35A-423D-8E69-35FC6D30474D}" type="slidenum">
              <a:t>‹#›</a:t>
            </a:fld>
            <a:endParaRPr/>
          </a:p>
        </p:txBody>
      </p:sp>
      <p:sp>
        <p:nvSpPr>
          <p:cNvPr id="6" name="PlaceHolder 5"/>
          <p:cNvSpPr>
            <a:spLocks noGrp="1"/>
          </p:cNvSpPr>
          <p:nvPr>
            <p:ph type="dt" idx="6"/>
          </p:nvPr>
        </p:nvSpPr>
        <p:spPr/>
        <p:txBody>
          <a:bodyPr/>
          <a:lstStyle/>
          <a:p>
            <a:endParaRPr/>
          </a:p>
        </p:txBody>
      </p:sp>
    </p:spTree>
    <p:extLst>
      <p:ext uri="{BB962C8B-B14F-4D97-AF65-F5344CB8AC3E}">
        <p14:creationId xmlns:p14="http://schemas.microsoft.com/office/powerpoint/2010/main" val="26219860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51" name="PlaceHolder 2"/>
          <p:cNvSpPr>
            <a:spLocks noGrp="1"/>
          </p:cNvSpPr>
          <p:nvPr>
            <p:ph/>
          </p:nvPr>
        </p:nvSpPr>
        <p:spPr>
          <a:xfrm>
            <a:off x="60960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52" name="PlaceHolder 3"/>
          <p:cNvSpPr>
            <a:spLocks noGrp="1"/>
          </p:cNvSpPr>
          <p:nvPr>
            <p:ph/>
          </p:nvPr>
        </p:nvSpPr>
        <p:spPr>
          <a:xfrm>
            <a:off x="623232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83CF0E00-349E-42CA-B31F-097CE5DC25BD}" type="slidenum">
              <a:t>‹#›</a:t>
            </a:fld>
            <a:endParaRPr/>
          </a:p>
        </p:txBody>
      </p:sp>
      <p:sp>
        <p:nvSpPr>
          <p:cNvPr id="7" name="PlaceHolder 6"/>
          <p:cNvSpPr>
            <a:spLocks noGrp="1"/>
          </p:cNvSpPr>
          <p:nvPr>
            <p:ph type="dt" idx="6"/>
          </p:nvPr>
        </p:nvSpPr>
        <p:spPr/>
        <p:txBody>
          <a:bodyPr/>
          <a:lstStyle/>
          <a:p>
            <a:endParaRPr/>
          </a:p>
        </p:txBody>
      </p:sp>
    </p:spTree>
    <p:extLst>
      <p:ext uri="{BB962C8B-B14F-4D97-AF65-F5344CB8AC3E}">
        <p14:creationId xmlns:p14="http://schemas.microsoft.com/office/powerpoint/2010/main" val="20952722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85A7BEA1-EC0F-4271-8110-453151CA4313}" type="slidenum">
              <a:t>‹#›</a:t>
            </a:fld>
            <a:endParaRPr/>
          </a:p>
        </p:txBody>
      </p:sp>
      <p:sp>
        <p:nvSpPr>
          <p:cNvPr id="5" name="PlaceHolder 4"/>
          <p:cNvSpPr>
            <a:spLocks noGrp="1"/>
          </p:cNvSpPr>
          <p:nvPr>
            <p:ph type="dt" idx="6"/>
          </p:nvPr>
        </p:nvSpPr>
        <p:spPr/>
        <p:txBody>
          <a:bodyPr/>
          <a:lstStyle/>
          <a:p>
            <a:endParaRPr/>
          </a:p>
        </p:txBody>
      </p:sp>
    </p:spTree>
    <p:extLst>
      <p:ext uri="{BB962C8B-B14F-4D97-AF65-F5344CB8AC3E}">
        <p14:creationId xmlns:p14="http://schemas.microsoft.com/office/powerpoint/2010/main" val="25275693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600" y="273600"/>
            <a:ext cx="10972320" cy="5308320"/>
          </a:xfrm>
          <a:prstGeom prst="rect">
            <a:avLst/>
          </a:prstGeom>
          <a:noFill/>
          <a:ln w="0">
            <a:noFill/>
          </a:ln>
        </p:spPr>
        <p:txBody>
          <a:bodyPr lIns="0" tIns="0" rIns="0" bIns="0" anchor="ctr">
            <a:noAutofit/>
          </a:bodyPr>
          <a:lstStyle/>
          <a:p>
            <a:pPr algn="ctr"/>
            <a:r>
              <a:rPr lang="en-US" sz="4267" b="0" strike="noStrike" spc="-1">
                <a:solidFill>
                  <a:srgbClr val="000000"/>
                </a:solidFill>
                <a:latin typeface="Arial"/>
              </a:rPr>
              <a:t>Click to edit Master subtitle style</a:t>
            </a:r>
            <a:endParaRPr lang="ru-RU" sz="4267" b="0" strike="noStrike" spc="-1">
              <a:solidFill>
                <a:srgbClr val="000000"/>
              </a:solidFill>
              <a:latin typeface="Arial"/>
            </a:endParaRPr>
          </a:p>
        </p:txBody>
      </p:sp>
      <p:sp>
        <p:nvSpPr>
          <p:cNvPr id="3" name="PlaceHolder 2"/>
          <p:cNvSpPr>
            <a:spLocks noGrp="1"/>
          </p:cNvSpPr>
          <p:nvPr>
            <p:ph type="ftr" idx="4"/>
          </p:nvPr>
        </p:nvSpPr>
        <p:spPr/>
        <p:txBody>
          <a:bodyPr/>
          <a:lstStyle/>
          <a:p>
            <a:r>
              <a:t>Footer</a:t>
            </a:r>
          </a:p>
        </p:txBody>
      </p:sp>
      <p:sp>
        <p:nvSpPr>
          <p:cNvPr id="4" name="PlaceHolder 3"/>
          <p:cNvSpPr>
            <a:spLocks noGrp="1"/>
          </p:cNvSpPr>
          <p:nvPr>
            <p:ph type="sldNum" idx="5"/>
          </p:nvPr>
        </p:nvSpPr>
        <p:spPr/>
        <p:txBody>
          <a:bodyPr/>
          <a:lstStyle/>
          <a:p>
            <a:fld id="{1DC8AE9C-9B44-4709-8334-B0EEC4F68BD5}" type="slidenum">
              <a:t>‹#›</a:t>
            </a:fld>
            <a:endParaRPr/>
          </a:p>
        </p:txBody>
      </p:sp>
      <p:sp>
        <p:nvSpPr>
          <p:cNvPr id="5" name="PlaceHolder 4"/>
          <p:cNvSpPr>
            <a:spLocks noGrp="1"/>
          </p:cNvSpPr>
          <p:nvPr>
            <p:ph type="dt" idx="6"/>
          </p:nvPr>
        </p:nvSpPr>
        <p:spPr/>
        <p:txBody>
          <a:bodyPr/>
          <a:lstStyle/>
          <a:p>
            <a:endParaRPr/>
          </a:p>
        </p:txBody>
      </p:sp>
    </p:spTree>
    <p:extLst>
      <p:ext uri="{BB962C8B-B14F-4D97-AF65-F5344CB8AC3E}">
        <p14:creationId xmlns:p14="http://schemas.microsoft.com/office/powerpoint/2010/main" val="28583629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56" name="PlaceHolder 2"/>
          <p:cNvSpPr>
            <a:spLocks noGrp="1"/>
          </p:cNvSpPr>
          <p:nvPr>
            <p:ph/>
          </p:nvPr>
        </p:nvSpPr>
        <p:spPr>
          <a:xfrm>
            <a:off x="60960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57" name="PlaceHolder 3"/>
          <p:cNvSpPr>
            <a:spLocks noGrp="1"/>
          </p:cNvSpPr>
          <p:nvPr>
            <p:ph/>
          </p:nvPr>
        </p:nvSpPr>
        <p:spPr>
          <a:xfrm>
            <a:off x="623232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58" name="PlaceHolder 4"/>
          <p:cNvSpPr>
            <a:spLocks noGrp="1"/>
          </p:cNvSpPr>
          <p:nvPr>
            <p:ph/>
          </p:nvPr>
        </p:nvSpPr>
        <p:spPr>
          <a:xfrm>
            <a:off x="60960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056CA7F5-3C20-45A8-A051-0AC22E057DEA}"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1845096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60" name="PlaceHolder 2"/>
          <p:cNvSpPr>
            <a:spLocks noGrp="1"/>
          </p:cNvSpPr>
          <p:nvPr>
            <p:ph/>
          </p:nvPr>
        </p:nvSpPr>
        <p:spPr>
          <a:xfrm>
            <a:off x="609600" y="1604640"/>
            <a:ext cx="5354400" cy="397728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1" name="PlaceHolder 3"/>
          <p:cNvSpPr>
            <a:spLocks noGrp="1"/>
          </p:cNvSpPr>
          <p:nvPr>
            <p:ph/>
          </p:nvPr>
        </p:nvSpPr>
        <p:spPr>
          <a:xfrm>
            <a:off x="623232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2" name="PlaceHolder 4"/>
          <p:cNvSpPr>
            <a:spLocks noGrp="1"/>
          </p:cNvSpPr>
          <p:nvPr>
            <p:ph/>
          </p:nvPr>
        </p:nvSpPr>
        <p:spPr>
          <a:xfrm>
            <a:off x="623232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C74274DA-D26D-4243-BF5B-11742EA56454}"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41137599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64" name="PlaceHolder 2"/>
          <p:cNvSpPr>
            <a:spLocks noGrp="1"/>
          </p:cNvSpPr>
          <p:nvPr>
            <p:ph/>
          </p:nvPr>
        </p:nvSpPr>
        <p:spPr>
          <a:xfrm>
            <a:off x="60960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5" name="PlaceHolder 3"/>
          <p:cNvSpPr>
            <a:spLocks noGrp="1"/>
          </p:cNvSpPr>
          <p:nvPr>
            <p:ph/>
          </p:nvPr>
        </p:nvSpPr>
        <p:spPr>
          <a:xfrm>
            <a:off x="623232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6" name="PlaceHolder 4"/>
          <p:cNvSpPr>
            <a:spLocks noGrp="1"/>
          </p:cNvSpPr>
          <p:nvPr>
            <p:ph/>
          </p:nvPr>
        </p:nvSpPr>
        <p:spPr>
          <a:xfrm>
            <a:off x="609600" y="3682560"/>
            <a:ext cx="1097232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 name="PlaceHolder 5"/>
          <p:cNvSpPr>
            <a:spLocks noGrp="1"/>
          </p:cNvSpPr>
          <p:nvPr>
            <p:ph type="ftr" idx="4"/>
          </p:nvPr>
        </p:nvSpPr>
        <p:spPr/>
        <p:txBody>
          <a:bodyPr/>
          <a:lstStyle/>
          <a:p>
            <a:r>
              <a:t>Footer</a:t>
            </a:r>
          </a:p>
        </p:txBody>
      </p:sp>
      <p:sp>
        <p:nvSpPr>
          <p:cNvPr id="7" name="PlaceHolder 6"/>
          <p:cNvSpPr>
            <a:spLocks noGrp="1"/>
          </p:cNvSpPr>
          <p:nvPr>
            <p:ph type="sldNum" idx="5"/>
          </p:nvPr>
        </p:nvSpPr>
        <p:spPr/>
        <p:txBody>
          <a:bodyPr/>
          <a:lstStyle/>
          <a:p>
            <a:fld id="{D323F6F5-BFCC-4489-A4DD-3B631683A1EA}" type="slidenum">
              <a:t>‹#›</a:t>
            </a:fld>
            <a:endParaRPr/>
          </a:p>
        </p:txBody>
      </p:sp>
      <p:sp>
        <p:nvSpPr>
          <p:cNvPr id="8" name="PlaceHolder 7"/>
          <p:cNvSpPr>
            <a:spLocks noGrp="1"/>
          </p:cNvSpPr>
          <p:nvPr>
            <p:ph type="dt" idx="6"/>
          </p:nvPr>
        </p:nvSpPr>
        <p:spPr/>
        <p:txBody>
          <a:bodyPr/>
          <a:lstStyle/>
          <a:p>
            <a:endParaRPr/>
          </a:p>
        </p:txBody>
      </p:sp>
    </p:spTree>
    <p:extLst>
      <p:ext uri="{BB962C8B-B14F-4D97-AF65-F5344CB8AC3E}">
        <p14:creationId xmlns:p14="http://schemas.microsoft.com/office/powerpoint/2010/main" val="89122592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68" name="PlaceHolder 2"/>
          <p:cNvSpPr>
            <a:spLocks noGrp="1"/>
          </p:cNvSpPr>
          <p:nvPr>
            <p:ph/>
          </p:nvPr>
        </p:nvSpPr>
        <p:spPr>
          <a:xfrm>
            <a:off x="609600" y="1604640"/>
            <a:ext cx="1097232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69" name="PlaceHolder 3"/>
          <p:cNvSpPr>
            <a:spLocks noGrp="1"/>
          </p:cNvSpPr>
          <p:nvPr>
            <p:ph/>
          </p:nvPr>
        </p:nvSpPr>
        <p:spPr>
          <a:xfrm>
            <a:off x="609600" y="3682560"/>
            <a:ext cx="1097232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5" name="PlaceHolder 4"/>
          <p:cNvSpPr>
            <a:spLocks noGrp="1"/>
          </p:cNvSpPr>
          <p:nvPr>
            <p:ph type="ftr" idx="4"/>
          </p:nvPr>
        </p:nvSpPr>
        <p:spPr/>
        <p:txBody>
          <a:bodyPr/>
          <a:lstStyle/>
          <a:p>
            <a:r>
              <a:t>Footer</a:t>
            </a:r>
          </a:p>
        </p:txBody>
      </p:sp>
      <p:sp>
        <p:nvSpPr>
          <p:cNvPr id="6" name="PlaceHolder 5"/>
          <p:cNvSpPr>
            <a:spLocks noGrp="1"/>
          </p:cNvSpPr>
          <p:nvPr>
            <p:ph type="sldNum" idx="5"/>
          </p:nvPr>
        </p:nvSpPr>
        <p:spPr/>
        <p:txBody>
          <a:bodyPr/>
          <a:lstStyle/>
          <a:p>
            <a:fld id="{876C45A3-BC57-4855-ABE0-B17E1BA63AE8}" type="slidenum">
              <a:t>‹#›</a:t>
            </a:fld>
            <a:endParaRPr/>
          </a:p>
        </p:txBody>
      </p:sp>
      <p:sp>
        <p:nvSpPr>
          <p:cNvPr id="7" name="PlaceHolder 6"/>
          <p:cNvSpPr>
            <a:spLocks noGrp="1"/>
          </p:cNvSpPr>
          <p:nvPr>
            <p:ph type="dt" idx="6"/>
          </p:nvPr>
        </p:nvSpPr>
        <p:spPr/>
        <p:txBody>
          <a:bodyPr/>
          <a:lstStyle/>
          <a:p>
            <a:endParaRPr/>
          </a:p>
        </p:txBody>
      </p:sp>
    </p:spTree>
    <p:extLst>
      <p:ext uri="{BB962C8B-B14F-4D97-AF65-F5344CB8AC3E}">
        <p14:creationId xmlns:p14="http://schemas.microsoft.com/office/powerpoint/2010/main" val="26789685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71" name="PlaceHolder 2"/>
          <p:cNvSpPr>
            <a:spLocks noGrp="1"/>
          </p:cNvSpPr>
          <p:nvPr>
            <p:ph/>
          </p:nvPr>
        </p:nvSpPr>
        <p:spPr>
          <a:xfrm>
            <a:off x="60960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72" name="PlaceHolder 3"/>
          <p:cNvSpPr>
            <a:spLocks noGrp="1"/>
          </p:cNvSpPr>
          <p:nvPr>
            <p:ph/>
          </p:nvPr>
        </p:nvSpPr>
        <p:spPr>
          <a:xfrm>
            <a:off x="6232320" y="160464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73" name="PlaceHolder 4"/>
          <p:cNvSpPr>
            <a:spLocks noGrp="1"/>
          </p:cNvSpPr>
          <p:nvPr>
            <p:ph/>
          </p:nvPr>
        </p:nvSpPr>
        <p:spPr>
          <a:xfrm>
            <a:off x="60960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74" name="PlaceHolder 5"/>
          <p:cNvSpPr>
            <a:spLocks noGrp="1"/>
          </p:cNvSpPr>
          <p:nvPr>
            <p:ph/>
          </p:nvPr>
        </p:nvSpPr>
        <p:spPr>
          <a:xfrm>
            <a:off x="6232320" y="3682560"/>
            <a:ext cx="5354400" cy="1896960"/>
          </a:xfrm>
          <a:prstGeom prst="rect">
            <a:avLst/>
          </a:prstGeom>
          <a:noFill/>
          <a:ln w="0">
            <a:noFill/>
          </a:ln>
        </p:spPr>
        <p:txBody>
          <a:bodyPr lIns="0" tIns="0" rIns="0" bIns="0" anchor="t">
            <a:normAutofit/>
          </a:bodyPr>
          <a:lstStyle/>
          <a:p>
            <a:pPr lvl="0" indent="0">
              <a:spcBef>
                <a:spcPts val="1889"/>
              </a:spcBef>
              <a:buNone/>
            </a:pPr>
            <a:r>
              <a:rPr lang="en-US" sz="4267" b="0" strike="noStrike" spc="-1">
                <a:solidFill>
                  <a:srgbClr val="000000"/>
                </a:solidFill>
                <a:latin typeface="Arial"/>
              </a:rPr>
              <a:t>Edit Master text styles</a:t>
            </a:r>
          </a:p>
        </p:txBody>
      </p:sp>
      <p:sp>
        <p:nvSpPr>
          <p:cNvPr id="7" name="PlaceHolder 6"/>
          <p:cNvSpPr>
            <a:spLocks noGrp="1"/>
          </p:cNvSpPr>
          <p:nvPr>
            <p:ph type="ftr" idx="4"/>
          </p:nvPr>
        </p:nvSpPr>
        <p:spPr/>
        <p:txBody>
          <a:bodyPr/>
          <a:lstStyle/>
          <a:p>
            <a:r>
              <a:t>Footer</a:t>
            </a:r>
          </a:p>
        </p:txBody>
      </p:sp>
      <p:sp>
        <p:nvSpPr>
          <p:cNvPr id="8" name="PlaceHolder 7"/>
          <p:cNvSpPr>
            <a:spLocks noGrp="1"/>
          </p:cNvSpPr>
          <p:nvPr>
            <p:ph type="sldNum" idx="5"/>
          </p:nvPr>
        </p:nvSpPr>
        <p:spPr/>
        <p:txBody>
          <a:bodyPr/>
          <a:lstStyle/>
          <a:p>
            <a:fld id="{A9636D83-1AE2-4A87-863A-BEAAFF1246AD}" type="slidenum">
              <a:t>‹#›</a:t>
            </a:fld>
            <a:endParaRPr/>
          </a:p>
        </p:txBody>
      </p:sp>
      <p:sp>
        <p:nvSpPr>
          <p:cNvPr id="9" name="PlaceHolder 8"/>
          <p:cNvSpPr>
            <a:spLocks noGrp="1"/>
          </p:cNvSpPr>
          <p:nvPr>
            <p:ph type="dt" idx="6"/>
          </p:nvPr>
        </p:nvSpPr>
        <p:spPr/>
        <p:txBody>
          <a:bodyPr/>
          <a:lstStyle/>
          <a:p>
            <a:endParaRPr/>
          </a:p>
        </p:txBody>
      </p:sp>
    </p:spTree>
    <p:extLst>
      <p:ext uri="{BB962C8B-B14F-4D97-AF65-F5344CB8AC3E}">
        <p14:creationId xmlns:p14="http://schemas.microsoft.com/office/powerpoint/2010/main" val="575473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76" name="PlaceHolder 2"/>
          <p:cNvSpPr>
            <a:spLocks noGrp="1"/>
          </p:cNvSpPr>
          <p:nvPr>
            <p:ph/>
          </p:nvPr>
        </p:nvSpPr>
        <p:spPr>
          <a:xfrm>
            <a:off x="609600" y="160464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77" name="PlaceHolder 3"/>
          <p:cNvSpPr>
            <a:spLocks noGrp="1"/>
          </p:cNvSpPr>
          <p:nvPr>
            <p:ph/>
          </p:nvPr>
        </p:nvSpPr>
        <p:spPr>
          <a:xfrm>
            <a:off x="4319520" y="160464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78" name="PlaceHolder 4"/>
          <p:cNvSpPr>
            <a:spLocks noGrp="1"/>
          </p:cNvSpPr>
          <p:nvPr>
            <p:ph/>
          </p:nvPr>
        </p:nvSpPr>
        <p:spPr>
          <a:xfrm>
            <a:off x="8029440" y="160464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79" name="PlaceHolder 5"/>
          <p:cNvSpPr>
            <a:spLocks noGrp="1"/>
          </p:cNvSpPr>
          <p:nvPr>
            <p:ph/>
          </p:nvPr>
        </p:nvSpPr>
        <p:spPr>
          <a:xfrm>
            <a:off x="609600" y="368256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80" name="PlaceHolder 6"/>
          <p:cNvSpPr>
            <a:spLocks noGrp="1"/>
          </p:cNvSpPr>
          <p:nvPr>
            <p:ph/>
          </p:nvPr>
        </p:nvSpPr>
        <p:spPr>
          <a:xfrm>
            <a:off x="4319520" y="368256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81" name="PlaceHolder 7"/>
          <p:cNvSpPr>
            <a:spLocks noGrp="1"/>
          </p:cNvSpPr>
          <p:nvPr>
            <p:ph/>
          </p:nvPr>
        </p:nvSpPr>
        <p:spPr>
          <a:xfrm>
            <a:off x="8029440" y="3682560"/>
            <a:ext cx="3532800" cy="1896960"/>
          </a:xfrm>
          <a:prstGeom prst="rect">
            <a:avLst/>
          </a:prstGeom>
          <a:noFill/>
          <a:ln w="0">
            <a:noFill/>
          </a:ln>
        </p:spPr>
        <p:txBody>
          <a:bodyPr lIns="0" tIns="0" rIns="0" bIns="0" anchor="t">
            <a:normAutofit fontScale="74000"/>
          </a:bodyPr>
          <a:lstStyle/>
          <a:p>
            <a:pPr lvl="0" indent="0">
              <a:spcBef>
                <a:spcPts val="1889"/>
              </a:spcBef>
              <a:buNone/>
            </a:pPr>
            <a:r>
              <a:rPr lang="en-US" sz="4267" b="0" strike="noStrike" spc="-1">
                <a:solidFill>
                  <a:srgbClr val="000000"/>
                </a:solidFill>
                <a:latin typeface="Arial"/>
              </a:rPr>
              <a:t>Edit Master text styles</a:t>
            </a:r>
          </a:p>
        </p:txBody>
      </p:sp>
      <p:sp>
        <p:nvSpPr>
          <p:cNvPr id="9" name="PlaceHolder 8"/>
          <p:cNvSpPr>
            <a:spLocks noGrp="1"/>
          </p:cNvSpPr>
          <p:nvPr>
            <p:ph type="ftr" idx="4"/>
          </p:nvPr>
        </p:nvSpPr>
        <p:spPr/>
        <p:txBody>
          <a:bodyPr/>
          <a:lstStyle/>
          <a:p>
            <a:r>
              <a:t>Footer</a:t>
            </a:r>
          </a:p>
        </p:txBody>
      </p:sp>
      <p:sp>
        <p:nvSpPr>
          <p:cNvPr id="10" name="PlaceHolder 9"/>
          <p:cNvSpPr>
            <a:spLocks noGrp="1"/>
          </p:cNvSpPr>
          <p:nvPr>
            <p:ph type="sldNum" idx="5"/>
          </p:nvPr>
        </p:nvSpPr>
        <p:spPr/>
        <p:txBody>
          <a:bodyPr/>
          <a:lstStyle/>
          <a:p>
            <a:fld id="{4F746427-231C-40B9-9D28-ED730422C811}" type="slidenum">
              <a:t>‹#›</a:t>
            </a:fld>
            <a:endParaRPr/>
          </a:p>
        </p:txBody>
      </p:sp>
      <p:sp>
        <p:nvSpPr>
          <p:cNvPr id="11" name="PlaceHolder 10"/>
          <p:cNvSpPr>
            <a:spLocks noGrp="1"/>
          </p:cNvSpPr>
          <p:nvPr>
            <p:ph type="dt" idx="6"/>
          </p:nvPr>
        </p:nvSpPr>
        <p:spPr/>
        <p:txBody>
          <a:bodyPr/>
          <a:lstStyle/>
          <a:p>
            <a:endParaRPr/>
          </a:p>
        </p:txBody>
      </p:sp>
    </p:spTree>
    <p:extLst>
      <p:ext uri="{BB962C8B-B14F-4D97-AF65-F5344CB8AC3E}">
        <p14:creationId xmlns:p14="http://schemas.microsoft.com/office/powerpoint/2010/main" val="166811060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slide (with pictu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hasCustomPrompt="1"/>
          </p:nvPr>
        </p:nvSpPr>
        <p:spPr>
          <a:xfrm>
            <a:off x="628650" y="4800600"/>
            <a:ext cx="8810624" cy="909638"/>
          </a:xfrm>
        </p:spPr>
        <p:txBody>
          <a:bodyPr anchor="b">
            <a:normAutofit/>
          </a:bodyPr>
          <a:lstStyle>
            <a:lvl1pPr algn="l">
              <a:defRPr sz="3600" b="1">
                <a:solidFill>
                  <a:schemeClr val="bg1"/>
                </a:solidFill>
                <a:latin typeface="+mj-lt"/>
              </a:defRPr>
            </a:lvl1pPr>
          </a:lstStyle>
          <a:p>
            <a:r>
              <a:rPr lang="en-US" dirty="0"/>
              <a:t>Title</a:t>
            </a:r>
            <a:endParaRPr lang="ru-RU" dirty="0"/>
          </a:p>
        </p:txBody>
      </p:sp>
      <p:cxnSp>
        <p:nvCxnSpPr>
          <p:cNvPr id="8" name="Прямая соединительная линия 7"/>
          <p:cNvCxnSpPr/>
          <p:nvPr/>
        </p:nvCxnSpPr>
        <p:spPr>
          <a:xfrm>
            <a:off x="1952625" y="6343649"/>
            <a:ext cx="0" cy="1000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Текст 4"/>
          <p:cNvSpPr>
            <a:spLocks noGrp="1"/>
          </p:cNvSpPr>
          <p:nvPr>
            <p:ph type="body" sz="quarter" idx="10" hasCustomPrompt="1"/>
          </p:nvPr>
        </p:nvSpPr>
        <p:spPr>
          <a:xfrm>
            <a:off x="2100263" y="6271417"/>
            <a:ext cx="1363661" cy="214313"/>
          </a:xfrm>
          <a:ln>
            <a:noFill/>
          </a:ln>
        </p:spPr>
        <p:txBody>
          <a:bodyPr>
            <a:noAutofit/>
          </a:bodyPr>
          <a:lstStyle>
            <a:lvl1pPr marL="0" indent="0">
              <a:buNone/>
              <a:defRPr sz="1200" baseline="0">
                <a:solidFill>
                  <a:schemeClr val="bg1"/>
                </a:solidFill>
                <a:latin typeface="+mn-lt"/>
              </a:defRPr>
            </a:lvl1pPr>
            <a:lvl2pPr>
              <a:defRPr sz="1200"/>
            </a:lvl2pPr>
            <a:lvl3pPr>
              <a:defRPr sz="1200"/>
            </a:lvl3pPr>
            <a:lvl4pPr>
              <a:defRPr sz="1200"/>
            </a:lvl4pPr>
            <a:lvl5pPr>
              <a:defRPr sz="1200"/>
            </a:lvl5pPr>
          </a:lstStyle>
          <a:p>
            <a:r>
              <a:rPr lang="en-US" sz="1200" dirty="0">
                <a:solidFill>
                  <a:schemeClr val="bg1"/>
                </a:solidFill>
              </a:rPr>
              <a:t>Month Year</a:t>
            </a:r>
            <a:endParaRPr lang="ru-RU" sz="1200" dirty="0">
              <a:solidFill>
                <a:schemeClr val="bg1"/>
              </a:solidFill>
            </a:endParaRPr>
          </a:p>
        </p:txBody>
      </p:sp>
    </p:spTree>
    <p:extLst>
      <p:ext uri="{BB962C8B-B14F-4D97-AF65-F5344CB8AC3E}">
        <p14:creationId xmlns:p14="http://schemas.microsoft.com/office/powerpoint/2010/main" val="25535950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column slide 5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3" name="Текст 2"/>
          <p:cNvSpPr>
            <a:spLocks noGrp="1"/>
          </p:cNvSpPr>
          <p:nvPr>
            <p:ph type="body" sz="quarter" idx="35"/>
          </p:nvPr>
        </p:nvSpPr>
        <p:spPr>
          <a:xfrm>
            <a:off x="738191" y="1282700"/>
            <a:ext cx="10706097" cy="4508500"/>
          </a:xfrm>
        </p:spPr>
        <p:txBody>
          <a:bodyPr>
            <a:normAutofit/>
          </a:bodyPr>
          <a:lstStyle>
            <a:lvl1pPr marL="0" indent="0">
              <a:buFont typeface="Arial" panose="020B0604020202020204" pitchFamily="34" charset="0"/>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Tree>
    <p:extLst>
      <p:ext uri="{BB962C8B-B14F-4D97-AF65-F5344CB8AC3E}">
        <p14:creationId xmlns:p14="http://schemas.microsoft.com/office/powerpoint/2010/main" val="29806673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columns slide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339549"/>
            <a:ext cx="5048247" cy="1056810"/>
          </a:xfrm>
        </p:spPr>
        <p:txBody>
          <a:bodyPr>
            <a:noAutofit/>
          </a:bodyPr>
          <a:lstStyle>
            <a:lvl1pPr marL="0" indent="0">
              <a:buNone/>
              <a:defRPr sz="2400" baseline="0">
                <a:solidFill>
                  <a:srgbClr val="006CB7"/>
                </a:solidFill>
              </a:defRPr>
            </a:lvl1pPr>
            <a:lvl2pPr>
              <a:defRPr sz="2400"/>
            </a:lvl2pPr>
            <a:lvl3pPr>
              <a:defRPr sz="2400"/>
            </a:lvl3pPr>
            <a:lvl4pPr>
              <a:defRPr sz="2400"/>
            </a:lvl4pPr>
            <a:lvl5pPr>
              <a:defRPr sz="2400"/>
            </a:lvl5pPr>
          </a:lstStyle>
          <a:p>
            <a:pPr lvl="0"/>
            <a:r>
              <a:rPr lang="en-US" dirty="0"/>
              <a:t>Title or subtitle (can be longer and longer and longer and longer and longer and longer)</a:t>
            </a:r>
            <a:endParaRPr lang="ru-RU" dirty="0"/>
          </a:p>
        </p:txBody>
      </p:sp>
      <p:sp>
        <p:nvSpPr>
          <p:cNvPr id="3" name="Текст 2"/>
          <p:cNvSpPr>
            <a:spLocks noGrp="1"/>
          </p:cNvSpPr>
          <p:nvPr>
            <p:ph type="body" sz="quarter" idx="35" hasCustomPrompt="1"/>
          </p:nvPr>
        </p:nvSpPr>
        <p:spPr>
          <a:xfrm>
            <a:off x="738190" y="2695903"/>
            <a:ext cx="5048247" cy="3279447"/>
          </a:xfrm>
        </p:spPr>
        <p:txBody>
          <a:bodyPr>
            <a:normAutofit/>
          </a:bodyPr>
          <a:lstStyle>
            <a:lvl1pPr marL="0" indent="0">
              <a:buNone/>
              <a:defRPr sz="1600"/>
            </a:lvl1pPr>
            <a:lvl2pPr>
              <a:defRPr sz="1600"/>
            </a:lvl2pPr>
            <a:lvl3pPr>
              <a:defRPr sz="1600"/>
            </a:lvl3pPr>
            <a:lvl4pPr>
              <a:defRPr sz="1600"/>
            </a:lvl4pPr>
            <a:lvl5pPr>
              <a:defRPr sz="16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lvl="0"/>
            <a:endParaRPr lang="en-US" dirty="0"/>
          </a:p>
        </p:txBody>
      </p:sp>
      <p:sp>
        <p:nvSpPr>
          <p:cNvPr id="4" name="Рисунок 3"/>
          <p:cNvSpPr>
            <a:spLocks noGrp="1"/>
          </p:cNvSpPr>
          <p:nvPr>
            <p:ph type="pic" sz="quarter" idx="38" hasCustomPrompt="1"/>
          </p:nvPr>
        </p:nvSpPr>
        <p:spPr>
          <a:xfrm>
            <a:off x="6369270" y="1339850"/>
            <a:ext cx="5075018" cy="4635500"/>
          </a:xfrm>
        </p:spPr>
        <p:txBody>
          <a:bodyPr/>
          <a:lstStyle>
            <a:lvl1pPr>
              <a:defRPr/>
            </a:lvl1pPr>
          </a:lstStyle>
          <a:p>
            <a:r>
              <a:rPr lang="en-US" dirty="0"/>
              <a:t>Insert a picture</a:t>
            </a:r>
            <a:endParaRPr lang="ru-RU" dirty="0"/>
          </a:p>
        </p:txBody>
      </p:sp>
    </p:spTree>
    <p:extLst>
      <p:ext uri="{BB962C8B-B14F-4D97-AF65-F5344CB8AC3E}">
        <p14:creationId xmlns:p14="http://schemas.microsoft.com/office/powerpoint/2010/main" val="28239227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_column slide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Box 9"/>
          <p:cNvSpPr txBox="1"/>
          <p:nvPr userDrawn="1"/>
        </p:nvSpPr>
        <p:spPr>
          <a:xfrm>
            <a:off x="10929936" y="6257925"/>
            <a:ext cx="514350" cy="276999"/>
          </a:xfrm>
          <a:prstGeom prst="rect">
            <a:avLst/>
          </a:prstGeom>
          <a:noFill/>
        </p:spPr>
        <p:txBody>
          <a:bodyPr wrap="square" rtlCol="0">
            <a:spAutoFit/>
          </a:bodyPr>
          <a:lstStyle/>
          <a:p>
            <a:pPr algn="ctr"/>
            <a:fld id="{83BAFE37-08BC-440A-B5EF-191CDF6E7255}" type="slidenum">
              <a:rPr lang="en-US" sz="1200" smtClean="0"/>
              <a:t>‹#›</a:t>
            </a:fld>
            <a:endParaRPr lang="ru-RU" sz="1200" dirty="0"/>
          </a:p>
        </p:txBody>
      </p:sp>
      <p:sp>
        <p:nvSpPr>
          <p:cNvPr id="19" name="Текст 5"/>
          <p:cNvSpPr>
            <a:spLocks noGrp="1"/>
          </p:cNvSpPr>
          <p:nvPr>
            <p:ph type="body" sz="quarter" idx="33" hasCustomPrompt="1"/>
          </p:nvPr>
        </p:nvSpPr>
        <p:spPr>
          <a:xfrm>
            <a:off x="738191" y="268288"/>
            <a:ext cx="8815384" cy="457200"/>
          </a:xfrm>
        </p:spPr>
        <p:txBody>
          <a:bodyPr>
            <a:noAutofit/>
          </a:bodyPr>
          <a:lstStyle>
            <a:lvl1pPr marL="0" indent="0">
              <a:buNone/>
              <a:defRPr sz="3200" b="1">
                <a:solidFill>
                  <a:srgbClr val="114FBD"/>
                </a:solidFill>
              </a:defRPr>
            </a:lvl1pPr>
            <a:lvl2pPr>
              <a:defRPr sz="2800"/>
            </a:lvl2pPr>
            <a:lvl3pPr>
              <a:defRPr sz="2800"/>
            </a:lvl3pPr>
            <a:lvl4pPr>
              <a:defRPr sz="2800"/>
            </a:lvl4pPr>
            <a:lvl5pPr>
              <a:defRPr sz="2800"/>
            </a:lvl5pPr>
          </a:lstStyle>
          <a:p>
            <a:pPr lvl="0"/>
            <a:r>
              <a:rPr lang="en-US" dirty="0"/>
              <a:t>Name of the slide</a:t>
            </a:r>
            <a:endParaRPr lang="ru-RU" dirty="0"/>
          </a:p>
        </p:txBody>
      </p:sp>
      <p:sp>
        <p:nvSpPr>
          <p:cNvPr id="20" name="Текст 24"/>
          <p:cNvSpPr>
            <a:spLocks noGrp="1"/>
          </p:cNvSpPr>
          <p:nvPr>
            <p:ph type="body" sz="quarter" idx="34" hasCustomPrompt="1"/>
          </p:nvPr>
        </p:nvSpPr>
        <p:spPr>
          <a:xfrm>
            <a:off x="738190" y="1182688"/>
            <a:ext cx="10706098" cy="679231"/>
          </a:xfrm>
        </p:spPr>
        <p:txBody>
          <a:bodyPr>
            <a:noAutofit/>
          </a:bodyPr>
          <a:lstStyle>
            <a:lvl1pPr marL="0" indent="0">
              <a:buNone/>
              <a:defRPr sz="2400">
                <a:solidFill>
                  <a:srgbClr val="006CB7"/>
                </a:solidFill>
              </a:defRPr>
            </a:lvl1pPr>
            <a:lvl2pPr>
              <a:defRPr sz="2400"/>
            </a:lvl2pPr>
            <a:lvl3pPr>
              <a:defRPr sz="2400"/>
            </a:lvl3pPr>
            <a:lvl4pPr>
              <a:defRPr sz="2400"/>
            </a:lvl4pPr>
            <a:lvl5pPr>
              <a:defRPr sz="2400"/>
            </a:lvl5pPr>
          </a:lstStyle>
          <a:p>
            <a:pPr lvl="0"/>
            <a:r>
              <a:rPr lang="en-US" dirty="0"/>
              <a:t>Long subtitle or descriptive text on one or two lines</a:t>
            </a:r>
            <a:endParaRPr lang="ru-RU" dirty="0"/>
          </a:p>
        </p:txBody>
      </p:sp>
      <p:sp>
        <p:nvSpPr>
          <p:cNvPr id="9" name="Текст 4"/>
          <p:cNvSpPr>
            <a:spLocks noGrp="1"/>
          </p:cNvSpPr>
          <p:nvPr>
            <p:ph type="body" sz="quarter" idx="10" hasCustomPrompt="1"/>
          </p:nvPr>
        </p:nvSpPr>
        <p:spPr>
          <a:xfrm>
            <a:off x="738190" y="2144713"/>
            <a:ext cx="10706096" cy="472363"/>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000"/>
            </a:lvl1pPr>
          </a:lstStyle>
          <a:p>
            <a:r>
              <a:rPr lang="en-US" b="1" dirty="0"/>
              <a:t>Block title</a:t>
            </a:r>
            <a:endParaRPr lang="ru-RU" b="1" baseline="0" dirty="0"/>
          </a:p>
          <a:p>
            <a:endParaRPr lang="ru-RU" b="1" baseline="0" dirty="0"/>
          </a:p>
        </p:txBody>
      </p:sp>
      <p:sp>
        <p:nvSpPr>
          <p:cNvPr id="7" name="Текст 6"/>
          <p:cNvSpPr>
            <a:spLocks noGrp="1"/>
          </p:cNvSpPr>
          <p:nvPr>
            <p:ph type="body" sz="quarter" idx="36" hasCustomPrompt="1"/>
          </p:nvPr>
        </p:nvSpPr>
        <p:spPr>
          <a:xfrm>
            <a:off x="738190" y="2806700"/>
            <a:ext cx="10706098" cy="3105150"/>
          </a:xfr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endParaRPr lang="ru-RU"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Quisque</a:t>
            </a:r>
            <a:r>
              <a:rPr lang="en-US" dirty="0"/>
              <a:t> </a:t>
            </a:r>
            <a:r>
              <a:rPr lang="en-US" dirty="0" err="1"/>
              <a:t>ultrices</a:t>
            </a:r>
            <a:r>
              <a:rPr lang="en-US" dirty="0"/>
              <a:t> ligula ac quam </a:t>
            </a:r>
            <a:r>
              <a:rPr lang="en-US" dirty="0" err="1"/>
              <a:t>auctor</a:t>
            </a:r>
            <a:r>
              <a:rPr lang="en-US" dirty="0"/>
              <a:t>, at </a:t>
            </a:r>
            <a:r>
              <a:rPr lang="en-US" dirty="0" err="1"/>
              <a:t>finibus</a:t>
            </a:r>
            <a:r>
              <a:rPr lang="en-US" dirty="0"/>
              <a:t> </a:t>
            </a:r>
            <a:r>
              <a:rPr lang="en-US" dirty="0" err="1"/>
              <a:t>mauris</a:t>
            </a:r>
            <a:r>
              <a:rPr lang="en-US" dirty="0"/>
              <a:t> </a:t>
            </a:r>
            <a:r>
              <a:rPr lang="en-US" dirty="0" err="1"/>
              <a:t>laoreet</a:t>
            </a:r>
            <a:r>
              <a:rPr lang="en-US" dirty="0"/>
              <a:t>. </a:t>
            </a:r>
            <a:r>
              <a:rPr lang="en-US" dirty="0" err="1"/>
              <a:t>Fusce</a:t>
            </a:r>
            <a:r>
              <a:rPr lang="en-US" dirty="0"/>
              <a:t> </a:t>
            </a:r>
            <a:r>
              <a:rPr lang="en-US" dirty="0" err="1"/>
              <a:t>vel</a:t>
            </a:r>
            <a:r>
              <a:rPr lang="en-US" dirty="0"/>
              <a:t> </a:t>
            </a:r>
            <a:r>
              <a:rPr lang="en-US" dirty="0" err="1"/>
              <a:t>rhoncus</a:t>
            </a:r>
            <a:r>
              <a:rPr lang="en-US" dirty="0"/>
              <a:t> </a:t>
            </a:r>
            <a:r>
              <a:rPr lang="en-US" dirty="0" err="1"/>
              <a:t>lectus</a:t>
            </a:r>
            <a:r>
              <a:rPr lang="en-US" dirty="0"/>
              <a:t>. Maecenas sit </a:t>
            </a:r>
            <a:r>
              <a:rPr lang="en-US" dirty="0" err="1"/>
              <a:t>amet</a:t>
            </a:r>
            <a:r>
              <a:rPr lang="en-US" dirty="0"/>
              <a:t> ipsum semper </a:t>
            </a:r>
            <a:r>
              <a:rPr lang="en-US" dirty="0" err="1"/>
              <a:t>nisl</a:t>
            </a:r>
            <a:r>
              <a:rPr lang="en-US" dirty="0"/>
              <a:t> </a:t>
            </a:r>
            <a:r>
              <a:rPr lang="en-US" dirty="0" err="1"/>
              <a:t>tincidunt</a:t>
            </a:r>
            <a:r>
              <a:rPr lang="en-US" dirty="0"/>
              <a:t> </a:t>
            </a:r>
            <a:r>
              <a:rPr lang="en-US" dirty="0" err="1"/>
              <a:t>varius</a:t>
            </a:r>
            <a:r>
              <a:rPr lang="en-US" dirty="0"/>
              <a:t> in et ante. </a:t>
            </a:r>
            <a:r>
              <a:rPr lang="en-US" dirty="0" err="1"/>
              <a:t>Aliquam</a:t>
            </a:r>
            <a:r>
              <a:rPr lang="en-US" dirty="0"/>
              <a:t> </a:t>
            </a:r>
            <a:r>
              <a:rPr lang="en-US" dirty="0" err="1"/>
              <a:t>ullamcorper</a:t>
            </a:r>
            <a:r>
              <a:rPr lang="en-US" dirty="0"/>
              <a:t> </a:t>
            </a:r>
            <a:r>
              <a:rPr lang="en-US" dirty="0" err="1"/>
              <a:t>felis</a:t>
            </a:r>
            <a:r>
              <a:rPr lang="en-US" dirty="0"/>
              <a:t> ligula, </a:t>
            </a:r>
            <a:r>
              <a:rPr lang="en-US" dirty="0" err="1"/>
              <a:t>vel</a:t>
            </a:r>
            <a:r>
              <a:rPr lang="en-US" dirty="0"/>
              <a:t> </a:t>
            </a:r>
            <a:r>
              <a:rPr lang="en-US" dirty="0" err="1"/>
              <a:t>faucibus</a:t>
            </a:r>
            <a:r>
              <a:rPr lang="en-US" dirty="0"/>
              <a:t> dolor </a:t>
            </a:r>
            <a:r>
              <a:rPr lang="en-US" dirty="0" err="1"/>
              <a:t>mattis</a:t>
            </a:r>
            <a:r>
              <a:rPr lang="en-US" dirty="0"/>
              <a:t> in.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a:p>
            <a:pPr lvl="0"/>
            <a:endParaRPr lang="en-US" dirty="0"/>
          </a:p>
        </p:txBody>
      </p:sp>
    </p:spTree>
    <p:extLst>
      <p:ext uri="{BB962C8B-B14F-4D97-AF65-F5344CB8AC3E}">
        <p14:creationId xmlns:p14="http://schemas.microsoft.com/office/powerpoint/2010/main" val="330564400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Дата 3"/>
          <p:cNvSpPr>
            <a:spLocks noGrp="1"/>
          </p:cNvSpPr>
          <p:nvPr>
            <p:ph type="dt" sz="half" idx="10"/>
          </p:nvPr>
        </p:nvSpPr>
        <p:spPr/>
        <p:txBody>
          <a:bodyPr/>
          <a:lstStyle/>
          <a:p>
            <a:r>
              <a:rPr lang="ru-RU"/>
              <a:t>&lt;дата/время&gt;</a:t>
            </a:r>
          </a:p>
        </p:txBody>
      </p:sp>
      <p:sp>
        <p:nvSpPr>
          <p:cNvPr id="5" name="Нижний колонтитул 4"/>
          <p:cNvSpPr>
            <a:spLocks noGrp="1"/>
          </p:cNvSpPr>
          <p:nvPr>
            <p:ph type="ftr" sz="quarter" idx="11"/>
          </p:nvPr>
        </p:nvSpPr>
        <p:spPr/>
        <p:txBody>
          <a:bodyPr/>
          <a:lstStyle/>
          <a:p>
            <a:r>
              <a:rPr lang="ru-RU"/>
              <a:t>&lt;нижний колонтитул&gt;</a:t>
            </a:r>
          </a:p>
        </p:txBody>
      </p:sp>
      <p:sp>
        <p:nvSpPr>
          <p:cNvPr id="6" name="Номер слайда 5"/>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3726742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1_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914400" y="2130426"/>
            <a:ext cx="10363200" cy="1470025"/>
          </a:xfrm>
        </p:spPr>
        <p:txBody>
          <a:bodyPr/>
          <a:lstStyle>
            <a:lvl1pPr>
              <a:defRPr b="1">
                <a:solidFill>
                  <a:schemeClr val="accent6"/>
                </a:solidFill>
              </a:defRPr>
            </a:lvl1pPr>
          </a:lstStyle>
          <a:p>
            <a:r>
              <a:rPr lang="en-US"/>
              <a:t>Click to edit Master title style</a:t>
            </a:r>
            <a:endParaRPr lang="ru-RU" dirty="0"/>
          </a:p>
        </p:txBody>
      </p:sp>
      <p:sp>
        <p:nvSpPr>
          <p:cNvPr id="3" name="Подзаголовок 2"/>
          <p:cNvSpPr>
            <a:spLocks noGrp="1"/>
          </p:cNvSpPr>
          <p:nvPr>
            <p:ph type="subTitle" idx="1"/>
          </p:nvPr>
        </p:nvSpPr>
        <p:spPr>
          <a:xfrm>
            <a:off x="1828800" y="3886200"/>
            <a:ext cx="8534400" cy="1752600"/>
          </a:xfrm>
        </p:spPr>
        <p:txBody>
          <a:bodyPr/>
          <a:lstStyle>
            <a:lvl1pPr marL="0" indent="0" algn="ctr">
              <a:buNone/>
              <a:defRPr>
                <a:solidFill>
                  <a:schemeClr val="accent1">
                    <a:lumMod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ru-RU" dirty="0"/>
          </a:p>
        </p:txBody>
      </p:sp>
      <p:sp>
        <p:nvSpPr>
          <p:cNvPr id="4" name="Дата 3"/>
          <p:cNvSpPr>
            <a:spLocks noGrp="1"/>
          </p:cNvSpPr>
          <p:nvPr>
            <p:ph type="dt" sz="half" idx="10"/>
          </p:nvPr>
        </p:nvSpPr>
        <p:spPr/>
        <p:txBody>
          <a:bodyPr/>
          <a:lstStyle/>
          <a:p>
            <a:r>
              <a:rPr lang="ru-RU"/>
              <a:t>&lt;дата/время&gt;</a:t>
            </a:r>
          </a:p>
        </p:txBody>
      </p:sp>
      <p:sp>
        <p:nvSpPr>
          <p:cNvPr id="5" name="Нижний колонтитул 4"/>
          <p:cNvSpPr>
            <a:spLocks noGrp="1"/>
          </p:cNvSpPr>
          <p:nvPr>
            <p:ph type="ftr" sz="quarter" idx="11"/>
          </p:nvPr>
        </p:nvSpPr>
        <p:spPr/>
        <p:txBody>
          <a:bodyPr/>
          <a:lstStyle/>
          <a:p>
            <a:r>
              <a:rPr lang="ru-RU"/>
              <a:t>&lt;нижний колонтитул&gt;</a:t>
            </a:r>
          </a:p>
        </p:txBody>
      </p:sp>
      <p:sp>
        <p:nvSpPr>
          <p:cNvPr id="6" name="Номер слайда 5"/>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3450298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3084" y="4406901"/>
            <a:ext cx="10363200" cy="1362075"/>
          </a:xfrm>
        </p:spPr>
        <p:txBody>
          <a:bodyPr anchor="t"/>
          <a:lstStyle>
            <a:lvl1pPr algn="l">
              <a:defRPr sz="5333" b="1" cap="all"/>
            </a:lvl1pPr>
          </a:lstStyle>
          <a:p>
            <a:r>
              <a:rPr lang="en-US"/>
              <a:t>Click to edit Master title style</a:t>
            </a:r>
            <a:endParaRPr lang="ru-RU"/>
          </a:p>
        </p:txBody>
      </p:sp>
      <p:sp>
        <p:nvSpPr>
          <p:cNvPr id="3" name="Текст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Дата 3"/>
          <p:cNvSpPr>
            <a:spLocks noGrp="1"/>
          </p:cNvSpPr>
          <p:nvPr>
            <p:ph type="dt" sz="half" idx="10"/>
          </p:nvPr>
        </p:nvSpPr>
        <p:spPr/>
        <p:txBody>
          <a:bodyPr/>
          <a:lstStyle/>
          <a:p>
            <a:r>
              <a:rPr lang="ru-RU"/>
              <a:t>&lt;дата/время&gt;</a:t>
            </a:r>
          </a:p>
        </p:txBody>
      </p:sp>
      <p:sp>
        <p:nvSpPr>
          <p:cNvPr id="5" name="Нижний колонтитул 4"/>
          <p:cNvSpPr>
            <a:spLocks noGrp="1"/>
          </p:cNvSpPr>
          <p:nvPr>
            <p:ph type="ftr" sz="quarter" idx="11"/>
          </p:nvPr>
        </p:nvSpPr>
        <p:spPr/>
        <p:txBody>
          <a:bodyPr/>
          <a:lstStyle/>
          <a:p>
            <a:r>
              <a:rPr lang="ru-RU"/>
              <a:t>&lt;нижний колонтитул&gt;</a:t>
            </a:r>
          </a:p>
        </p:txBody>
      </p:sp>
      <p:sp>
        <p:nvSpPr>
          <p:cNvPr id="6" name="Номер слайда 5"/>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341382335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Содержимое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Дата 3"/>
          <p:cNvSpPr>
            <a:spLocks noGrp="1"/>
          </p:cNvSpPr>
          <p:nvPr>
            <p:ph type="dt" sz="half" idx="10"/>
          </p:nvPr>
        </p:nvSpPr>
        <p:spPr/>
        <p:txBody>
          <a:bodyPr/>
          <a:lstStyle>
            <a:lvl1pPr>
              <a:defRPr>
                <a:solidFill>
                  <a:schemeClr val="bg1"/>
                </a:solidFill>
              </a:defRPr>
            </a:lvl1pPr>
          </a:lstStyle>
          <a:p>
            <a:r>
              <a:rPr lang="ru-RU"/>
              <a:t>&lt;дата/время&gt;</a:t>
            </a:r>
          </a:p>
        </p:txBody>
      </p:sp>
      <p:sp>
        <p:nvSpPr>
          <p:cNvPr id="5" name="Нижний колонтитул 4"/>
          <p:cNvSpPr>
            <a:spLocks noGrp="1"/>
          </p:cNvSpPr>
          <p:nvPr>
            <p:ph type="ftr" sz="quarter" idx="11"/>
          </p:nvPr>
        </p:nvSpPr>
        <p:spPr/>
        <p:txBody>
          <a:bodyPr/>
          <a:lstStyle>
            <a:lvl1pPr>
              <a:defRPr>
                <a:solidFill>
                  <a:schemeClr val="bg1"/>
                </a:solidFill>
              </a:defRPr>
            </a:lvl1pPr>
          </a:lstStyle>
          <a:p>
            <a:r>
              <a:rPr lang="ru-RU"/>
              <a:t>&lt;нижний колонтитул&gt;</a:t>
            </a:r>
          </a:p>
        </p:txBody>
      </p:sp>
      <p:sp>
        <p:nvSpPr>
          <p:cNvPr id="6" name="Номер слайда 5"/>
          <p:cNvSpPr>
            <a:spLocks noGrp="1"/>
          </p:cNvSpPr>
          <p:nvPr>
            <p:ph type="sldNum" sz="quarter" idx="12"/>
          </p:nvPr>
        </p:nvSpPr>
        <p:spPr/>
        <p:txBody>
          <a:bodyPr/>
          <a:lstStyle>
            <a:lvl1pPr>
              <a:defRPr>
                <a:solidFill>
                  <a:schemeClr val="bg1"/>
                </a:solidFill>
              </a:defRPr>
            </a:lvl1p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127061251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Два объекта">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a:p>
        </p:txBody>
      </p:sp>
      <p:sp>
        <p:nvSpPr>
          <p:cNvPr id="3" name="Содержимое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Содержимое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5" name="Дата 4"/>
          <p:cNvSpPr>
            <a:spLocks noGrp="1"/>
          </p:cNvSpPr>
          <p:nvPr>
            <p:ph type="dt" sz="half" idx="10"/>
          </p:nvPr>
        </p:nvSpPr>
        <p:spPr/>
        <p:txBody>
          <a:bodyPr/>
          <a:lstStyle/>
          <a:p>
            <a:r>
              <a:rPr lang="ru-RU"/>
              <a:t>&lt;дата/время&gt;</a:t>
            </a:r>
          </a:p>
        </p:txBody>
      </p:sp>
      <p:sp>
        <p:nvSpPr>
          <p:cNvPr id="6" name="Нижний колонтитул 5"/>
          <p:cNvSpPr>
            <a:spLocks noGrp="1"/>
          </p:cNvSpPr>
          <p:nvPr>
            <p:ph type="ftr" sz="quarter" idx="11"/>
          </p:nvPr>
        </p:nvSpPr>
        <p:spPr/>
        <p:txBody>
          <a:bodyPr/>
          <a:lstStyle/>
          <a:p>
            <a:r>
              <a:rPr lang="ru-RU"/>
              <a:t>&lt;нижний колонтитул&gt;</a:t>
            </a:r>
          </a:p>
        </p:txBody>
      </p:sp>
      <p:sp>
        <p:nvSpPr>
          <p:cNvPr id="7" name="Номер слайда 6"/>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2968308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endParaRPr lang="ru-RU" dirty="0"/>
          </a:p>
        </p:txBody>
      </p:sp>
      <p:sp>
        <p:nvSpPr>
          <p:cNvPr id="3" name="Дата 2"/>
          <p:cNvSpPr>
            <a:spLocks noGrp="1"/>
          </p:cNvSpPr>
          <p:nvPr>
            <p:ph type="dt" sz="half" idx="10"/>
          </p:nvPr>
        </p:nvSpPr>
        <p:spPr/>
        <p:txBody>
          <a:bodyPr/>
          <a:lstStyle/>
          <a:p>
            <a:r>
              <a:rPr lang="ru-RU"/>
              <a:t>&lt;дата/время&gt;</a:t>
            </a:r>
          </a:p>
        </p:txBody>
      </p:sp>
      <p:sp>
        <p:nvSpPr>
          <p:cNvPr id="4" name="Нижний колонтитул 3"/>
          <p:cNvSpPr>
            <a:spLocks noGrp="1"/>
          </p:cNvSpPr>
          <p:nvPr>
            <p:ph type="ftr" sz="quarter" idx="11"/>
          </p:nvPr>
        </p:nvSpPr>
        <p:spPr/>
        <p:txBody>
          <a:bodyPr/>
          <a:lstStyle/>
          <a:p>
            <a:r>
              <a:rPr lang="ru-RU"/>
              <a:t>&lt;нижний колонтитул&gt;</a:t>
            </a:r>
          </a:p>
        </p:txBody>
      </p:sp>
      <p:sp>
        <p:nvSpPr>
          <p:cNvPr id="5" name="Номер слайда 4"/>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348050267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r>
              <a:rPr lang="ru-RU"/>
              <a:t>&lt;дата/время&gt;</a:t>
            </a:r>
          </a:p>
        </p:txBody>
      </p:sp>
      <p:sp>
        <p:nvSpPr>
          <p:cNvPr id="3" name="Нижний колонтитул 2"/>
          <p:cNvSpPr>
            <a:spLocks noGrp="1"/>
          </p:cNvSpPr>
          <p:nvPr>
            <p:ph type="ftr" sz="quarter" idx="11"/>
          </p:nvPr>
        </p:nvSpPr>
        <p:spPr/>
        <p:txBody>
          <a:bodyPr/>
          <a:lstStyle/>
          <a:p>
            <a:r>
              <a:rPr lang="ru-RU"/>
              <a:t>&lt;нижний колонтитул&gt;</a:t>
            </a:r>
          </a:p>
        </p:txBody>
      </p:sp>
      <p:sp>
        <p:nvSpPr>
          <p:cNvPr id="4" name="Номер слайда 3"/>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109716938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2" y="273049"/>
            <a:ext cx="4011084" cy="1162051"/>
          </a:xfrm>
        </p:spPr>
        <p:txBody>
          <a:bodyPr anchor="b"/>
          <a:lstStyle>
            <a:lvl1pPr algn="l">
              <a:defRPr sz="2667" b="1"/>
            </a:lvl1pPr>
          </a:lstStyle>
          <a:p>
            <a:r>
              <a:rPr lang="en-US"/>
              <a:t>Click to edit Master title style</a:t>
            </a:r>
            <a:endParaRPr lang="ru-RU"/>
          </a:p>
        </p:txBody>
      </p:sp>
      <p:sp>
        <p:nvSpPr>
          <p:cNvPr id="3" name="Содержимое 2"/>
          <p:cNvSpPr>
            <a:spLocks noGrp="1"/>
          </p:cNvSpPr>
          <p:nvPr>
            <p:ph idx="1"/>
          </p:nvPr>
        </p:nvSpPr>
        <p:spPr>
          <a:xfrm>
            <a:off x="4766733" y="273052"/>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ru-RU"/>
          </a:p>
        </p:txBody>
      </p:sp>
      <p:sp>
        <p:nvSpPr>
          <p:cNvPr id="4" name="Текст 3"/>
          <p:cNvSpPr>
            <a:spLocks noGrp="1"/>
          </p:cNvSpPr>
          <p:nvPr>
            <p:ph type="body" sz="half" idx="2"/>
          </p:nvPr>
        </p:nvSpPr>
        <p:spPr>
          <a:xfrm>
            <a:off x="609602" y="1435102"/>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r>
              <a:rPr lang="ru-RU"/>
              <a:t>&lt;дата/время&gt;</a:t>
            </a:r>
          </a:p>
        </p:txBody>
      </p:sp>
      <p:sp>
        <p:nvSpPr>
          <p:cNvPr id="6" name="Нижний колонтитул 5"/>
          <p:cNvSpPr>
            <a:spLocks noGrp="1"/>
          </p:cNvSpPr>
          <p:nvPr>
            <p:ph type="ftr" sz="quarter" idx="11"/>
          </p:nvPr>
        </p:nvSpPr>
        <p:spPr/>
        <p:txBody>
          <a:bodyPr/>
          <a:lstStyle/>
          <a:p>
            <a:r>
              <a:rPr lang="ru-RU"/>
              <a:t>&lt;нижний колонтитул&gt;</a:t>
            </a:r>
          </a:p>
        </p:txBody>
      </p:sp>
      <p:sp>
        <p:nvSpPr>
          <p:cNvPr id="7" name="Номер слайда 6"/>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23424348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389717" y="4800600"/>
            <a:ext cx="7315200" cy="566739"/>
          </a:xfrm>
        </p:spPr>
        <p:txBody>
          <a:bodyPr anchor="b"/>
          <a:lstStyle>
            <a:lvl1pPr algn="l">
              <a:defRPr sz="2667" b="1"/>
            </a:lvl1pPr>
          </a:lstStyle>
          <a:p>
            <a:r>
              <a:rPr lang="en-US"/>
              <a:t>Click to edit Master title style</a:t>
            </a:r>
            <a:endParaRPr lang="ru-RU"/>
          </a:p>
        </p:txBody>
      </p:sp>
      <p:sp>
        <p:nvSpPr>
          <p:cNvPr id="3" name="Рисунок 2"/>
          <p:cNvSpPr>
            <a:spLocks noGrp="1"/>
          </p:cNvSpPr>
          <p:nvPr>
            <p:ph type="pic" idx="1"/>
          </p:nvPr>
        </p:nvSpPr>
        <p:spPr>
          <a:xfrm>
            <a:off x="2389717" y="612775"/>
            <a:ext cx="7315200" cy="4114800"/>
          </a:xfrm>
        </p:spPr>
        <p:txBody>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ru-RU"/>
          </a:p>
        </p:txBody>
      </p:sp>
      <p:sp>
        <p:nvSpPr>
          <p:cNvPr id="4" name="Текст 3"/>
          <p:cNvSpPr>
            <a:spLocks noGrp="1"/>
          </p:cNvSpPr>
          <p:nvPr>
            <p:ph type="body" sz="half" idx="2"/>
          </p:nvPr>
        </p:nvSpPr>
        <p:spPr>
          <a:xfrm>
            <a:off x="2389717" y="5367338"/>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Дата 4"/>
          <p:cNvSpPr>
            <a:spLocks noGrp="1"/>
          </p:cNvSpPr>
          <p:nvPr>
            <p:ph type="dt" sz="half" idx="10"/>
          </p:nvPr>
        </p:nvSpPr>
        <p:spPr/>
        <p:txBody>
          <a:bodyPr/>
          <a:lstStyle/>
          <a:p>
            <a:r>
              <a:rPr lang="ru-RU"/>
              <a:t>&lt;дата/время&gt;</a:t>
            </a:r>
          </a:p>
        </p:txBody>
      </p:sp>
      <p:sp>
        <p:nvSpPr>
          <p:cNvPr id="6" name="Нижний колонтитул 5"/>
          <p:cNvSpPr>
            <a:spLocks noGrp="1"/>
          </p:cNvSpPr>
          <p:nvPr>
            <p:ph type="ftr" sz="quarter" idx="11"/>
          </p:nvPr>
        </p:nvSpPr>
        <p:spPr/>
        <p:txBody>
          <a:bodyPr/>
          <a:lstStyle/>
          <a:p>
            <a:r>
              <a:rPr lang="ru-RU"/>
              <a:t>&lt;нижний колонтитул&gt;</a:t>
            </a:r>
          </a:p>
        </p:txBody>
      </p:sp>
      <p:sp>
        <p:nvSpPr>
          <p:cNvPr id="7" name="Номер слайда 6"/>
          <p:cNvSpPr>
            <a:spLocks noGrp="1"/>
          </p:cNvSpPr>
          <p:nvPr>
            <p:ph type="sldNum" sz="quarter" idx="12"/>
          </p:nvPr>
        </p:nvSpPr>
        <p:spPr/>
        <p:txBody>
          <a:bodyPr/>
          <a:lstStyle/>
          <a:p>
            <a:fld id="{038AD572-053F-4D0A-8619-9230AD01C5C7}" type="slidenum">
              <a:rPr lang="ru-RU" smtClean="0"/>
              <a:pPr/>
              <a:t>‹#›</a:t>
            </a:fld>
            <a:endParaRPr lang="ru-RU">
              <a:solidFill>
                <a:srgbClr val="000000"/>
              </a:solidFill>
              <a:latin typeface="Times New Roman"/>
            </a:endParaRPr>
          </a:p>
        </p:txBody>
      </p:sp>
    </p:spTree>
    <p:extLst>
      <p:ext uri="{BB962C8B-B14F-4D97-AF65-F5344CB8AC3E}">
        <p14:creationId xmlns:p14="http://schemas.microsoft.com/office/powerpoint/2010/main" val="202475944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600" y="12480"/>
            <a:ext cx="10972320" cy="1667040"/>
          </a:xfrm>
          <a:prstGeom prst="rect">
            <a:avLst/>
          </a:prstGeom>
          <a:noFill/>
          <a:ln w="0">
            <a:noFill/>
          </a:ln>
        </p:spPr>
        <p:txBody>
          <a:bodyPr lIns="0" tIns="0" rIns="0" bIns="0" anchor="ctr">
            <a:noAutofit/>
          </a:bodyPr>
          <a:lstStyle>
            <a:lvl1pPr indent="0" algn="ctr">
              <a:buNone/>
              <a:defRPr/>
            </a:lvl1pPr>
          </a:lstStyle>
          <a:p>
            <a:pPr indent="0" algn="ctr">
              <a:buNone/>
            </a:pPr>
            <a:r>
              <a:rPr lang="en-US" sz="5867" b="0" strike="noStrike" spc="-1">
                <a:solidFill>
                  <a:srgbClr val="000000"/>
                </a:solidFill>
                <a:latin typeface="Arial"/>
              </a:rPr>
              <a:t>Click to edit Master title style</a:t>
            </a:r>
            <a:endParaRPr lang="ru-RU" sz="5867" b="0" strike="noStrike" spc="-1">
              <a:solidFill>
                <a:srgbClr val="000000"/>
              </a:solidFill>
              <a:latin typeface="Arial"/>
            </a:endParaRPr>
          </a:p>
        </p:txBody>
      </p:sp>
      <p:sp>
        <p:nvSpPr>
          <p:cNvPr id="47" name="PlaceHolder 2"/>
          <p:cNvSpPr>
            <a:spLocks noGrp="1"/>
          </p:cNvSpPr>
          <p:nvPr>
            <p:ph type="subTitle"/>
          </p:nvPr>
        </p:nvSpPr>
        <p:spPr>
          <a:xfrm>
            <a:off x="609600" y="1604640"/>
            <a:ext cx="10972320" cy="3977280"/>
          </a:xfrm>
          <a:prstGeom prst="rect">
            <a:avLst/>
          </a:prstGeom>
          <a:noFill/>
          <a:ln w="0">
            <a:noFill/>
          </a:ln>
        </p:spPr>
        <p:txBody>
          <a:bodyPr lIns="0" tIns="0" rIns="0" bIns="0" anchor="ctr">
            <a:noAutofit/>
          </a:bodyPr>
          <a:lstStyle>
            <a:lvl1pPr indent="0" algn="ctr">
              <a:buNone/>
              <a:defRPr/>
            </a:lvl1pPr>
          </a:lstStyle>
          <a:p>
            <a:pPr indent="0" algn="ctr">
              <a:buNone/>
            </a:pPr>
            <a:r>
              <a:rPr lang="en-US" sz="4267" b="0" strike="noStrike" spc="-1">
                <a:solidFill>
                  <a:srgbClr val="000000"/>
                </a:solidFill>
                <a:latin typeface="Arial"/>
              </a:rPr>
              <a:t>Click to edit Master subtitle style</a:t>
            </a:r>
            <a:endParaRPr lang="ru-RU" sz="4267" b="0" strike="noStrike" spc="-1">
              <a:solidFill>
                <a:srgbClr val="000000"/>
              </a:solidFill>
              <a:latin typeface="Arial"/>
            </a:endParaRPr>
          </a:p>
        </p:txBody>
      </p:sp>
      <p:sp>
        <p:nvSpPr>
          <p:cNvPr id="4" name="PlaceHolder 3"/>
          <p:cNvSpPr>
            <a:spLocks noGrp="1"/>
          </p:cNvSpPr>
          <p:nvPr>
            <p:ph type="ftr" idx="4"/>
          </p:nvPr>
        </p:nvSpPr>
        <p:spPr/>
        <p:txBody>
          <a:bodyPr/>
          <a:lstStyle/>
          <a:p>
            <a:r>
              <a:t>Footer</a:t>
            </a:r>
          </a:p>
        </p:txBody>
      </p:sp>
      <p:sp>
        <p:nvSpPr>
          <p:cNvPr id="5" name="PlaceHolder 4"/>
          <p:cNvSpPr>
            <a:spLocks noGrp="1"/>
          </p:cNvSpPr>
          <p:nvPr>
            <p:ph type="sldNum" idx="5"/>
          </p:nvPr>
        </p:nvSpPr>
        <p:spPr/>
        <p:txBody>
          <a:bodyPr/>
          <a:lstStyle/>
          <a:p>
            <a:fld id="{72BF80CF-8809-44A2-9545-997677DA3FC8}" type="slidenum">
              <a:t>‹#›</a:t>
            </a:fld>
            <a:endParaRPr/>
          </a:p>
        </p:txBody>
      </p:sp>
      <p:sp>
        <p:nvSpPr>
          <p:cNvPr id="6" name="PlaceHolder 5"/>
          <p:cNvSpPr>
            <a:spLocks noGrp="1"/>
          </p:cNvSpPr>
          <p:nvPr>
            <p:ph type="dt" idx="6"/>
          </p:nvPr>
        </p:nvSpPr>
        <p:spPr/>
        <p:txBody>
          <a:bodyPr/>
          <a:lstStyle/>
          <a:p>
            <a:endParaRPr/>
          </a:p>
        </p:txBody>
      </p:sp>
    </p:spTree>
    <p:extLst>
      <p:ext uri="{BB962C8B-B14F-4D97-AF65-F5344CB8AC3E}">
        <p14:creationId xmlns:p14="http://schemas.microsoft.com/office/powerpoint/2010/main" val="212706482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image" Target="../media/image5.jpeg"/><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theme" Target="../theme/theme2.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image" Target="../media/image5.jpeg"/><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theme" Target="../theme/theme3.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41"/>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609600" y="273600"/>
            <a:ext cx="10971840" cy="1144320"/>
          </a:xfrm>
          <a:prstGeom prst="rect">
            <a:avLst/>
          </a:prstGeom>
          <a:noFill/>
          <a:ln w="0">
            <a:noFill/>
          </a:ln>
        </p:spPr>
        <p:txBody>
          <a:bodyPr lIns="0" tIns="0" rIns="0" bIns="0" anchor="ctr">
            <a:noAutofit/>
          </a:bodyPr>
          <a:lstStyle/>
          <a:p>
            <a:pPr indent="0">
              <a:buNone/>
            </a:pPr>
            <a:r>
              <a:rPr lang="ru-RU" sz="2400" b="0" strike="noStrike" spc="-1">
                <a:solidFill>
                  <a:srgbClr val="000000"/>
                </a:solidFill>
                <a:latin typeface="Arial"/>
              </a:rPr>
              <a:t>Для правки текста заглавия щёлкните мышью</a:t>
            </a:r>
          </a:p>
        </p:txBody>
      </p:sp>
      <p:sp>
        <p:nvSpPr>
          <p:cNvPr id="6" name="PlaceHolder 2"/>
          <p:cNvSpPr>
            <a:spLocks noGrp="1"/>
          </p:cNvSpPr>
          <p:nvPr>
            <p:ph type="body"/>
          </p:nvPr>
        </p:nvSpPr>
        <p:spPr>
          <a:xfrm>
            <a:off x="609600" y="1604640"/>
            <a:ext cx="10971840" cy="39768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ru-RU" sz="2400" b="0" strike="noStrike" spc="-1">
                <a:solidFill>
                  <a:srgbClr val="000000"/>
                </a:solidFill>
                <a:latin typeface="Arial"/>
              </a:rPr>
              <a:t>Для правки структуры щёлкните мышью</a:t>
            </a:r>
          </a:p>
          <a:p>
            <a:pPr marL="1151971" lvl="1" indent="-431989">
              <a:spcBef>
                <a:spcPts val="1512"/>
              </a:spcBef>
              <a:buClr>
                <a:srgbClr val="000000"/>
              </a:buClr>
              <a:buSzPct val="75000"/>
              <a:buFont typeface="Symbol" charset="2"/>
              <a:buChar char=""/>
            </a:pPr>
            <a:r>
              <a:rPr lang="ru-RU" sz="2400" b="0" strike="noStrike" spc="-1">
                <a:solidFill>
                  <a:srgbClr val="000000"/>
                </a:solidFill>
                <a:latin typeface="Arial"/>
              </a:rPr>
              <a:t>Второй уровень структуры</a:t>
            </a:r>
          </a:p>
          <a:p>
            <a:pPr marL="1727957" lvl="2" indent="-383990">
              <a:spcBef>
                <a:spcPts val="1133"/>
              </a:spcBef>
              <a:buClr>
                <a:srgbClr val="000000"/>
              </a:buClr>
              <a:buSzPct val="45000"/>
              <a:buFont typeface="Wingdings" charset="2"/>
              <a:buChar char=""/>
            </a:pPr>
            <a:r>
              <a:rPr lang="ru-RU" sz="2400" b="0" strike="noStrike" spc="-1">
                <a:solidFill>
                  <a:srgbClr val="000000"/>
                </a:solidFill>
                <a:latin typeface="Arial"/>
              </a:rPr>
              <a:t>Третий уровень структуры</a:t>
            </a:r>
          </a:p>
          <a:p>
            <a:pPr marL="2303942" lvl="3" indent="-287993">
              <a:spcBef>
                <a:spcPts val="756"/>
              </a:spcBef>
              <a:buClr>
                <a:srgbClr val="000000"/>
              </a:buClr>
              <a:buSzPct val="75000"/>
              <a:buFont typeface="Symbol" charset="2"/>
              <a:buChar char=""/>
            </a:pPr>
            <a:r>
              <a:rPr lang="ru-RU" sz="2400" b="0" strike="noStrike" spc="-1">
                <a:solidFill>
                  <a:srgbClr val="000000"/>
                </a:solidFill>
                <a:latin typeface="Arial"/>
              </a:rPr>
              <a:t>Четвёртый уровень структуры</a:t>
            </a:r>
          </a:p>
          <a:p>
            <a:pPr marL="2879928" lvl="4" indent="-287993">
              <a:spcBef>
                <a:spcPts val="377"/>
              </a:spcBef>
              <a:buClr>
                <a:srgbClr val="000000"/>
              </a:buClr>
              <a:buSzPct val="45000"/>
              <a:buFont typeface="Wingdings" charset="2"/>
              <a:buChar char=""/>
            </a:pPr>
            <a:r>
              <a:rPr lang="ru-RU" sz="2400" b="0" strike="noStrike" spc="-1">
                <a:solidFill>
                  <a:srgbClr val="000000"/>
                </a:solidFill>
                <a:latin typeface="Arial"/>
              </a:rPr>
              <a:t>Пятый уровень структуры</a:t>
            </a:r>
          </a:p>
          <a:p>
            <a:pPr marL="3455914" lvl="5" indent="-287993">
              <a:spcBef>
                <a:spcPts val="377"/>
              </a:spcBef>
              <a:buClr>
                <a:srgbClr val="000000"/>
              </a:buClr>
              <a:buSzPct val="45000"/>
              <a:buFont typeface="Wingdings" charset="2"/>
              <a:buChar char=""/>
            </a:pPr>
            <a:r>
              <a:rPr lang="ru-RU" sz="2400" b="0" strike="noStrike" spc="-1">
                <a:solidFill>
                  <a:srgbClr val="000000"/>
                </a:solidFill>
                <a:latin typeface="Arial"/>
              </a:rPr>
              <a:t>Шестой уровень структуры</a:t>
            </a:r>
          </a:p>
          <a:p>
            <a:pPr marL="4031899" lvl="6" indent="-287993">
              <a:spcBef>
                <a:spcPts val="377"/>
              </a:spcBef>
              <a:buClr>
                <a:srgbClr val="000000"/>
              </a:buClr>
              <a:buSzPct val="45000"/>
              <a:buFont typeface="Wingdings" charset="2"/>
              <a:buChar char=""/>
            </a:pPr>
            <a:r>
              <a:rPr lang="ru-RU" sz="2400" b="0" strike="noStrike" spc="-1">
                <a:solidFill>
                  <a:srgbClr val="000000"/>
                </a:solidFill>
                <a:latin typeface="Arial"/>
              </a:rPr>
              <a:t>Седьмой уровень структуры</a:t>
            </a:r>
          </a:p>
        </p:txBody>
      </p:sp>
      <p:sp>
        <p:nvSpPr>
          <p:cNvPr id="2" name="PlaceHolder 3"/>
          <p:cNvSpPr>
            <a:spLocks noGrp="1"/>
          </p:cNvSpPr>
          <p:nvPr>
            <p:ph type="ftr" idx="1"/>
          </p:nvPr>
        </p:nvSpPr>
        <p:spPr>
          <a:xfrm>
            <a:off x="4165440" y="6356160"/>
            <a:ext cx="3859200" cy="36384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ru-RU" sz="1867" b="0" strike="noStrike" spc="-1">
                <a:solidFill>
                  <a:srgbClr val="000000"/>
                </a:solidFill>
                <a:latin typeface="Times New Roman"/>
                <a:ea typeface="DejaVu Sans"/>
              </a:defRPr>
            </a:lvl1pPr>
          </a:lstStyle>
          <a:p>
            <a:endParaRPr lang="ru-RU"/>
          </a:p>
        </p:txBody>
      </p:sp>
      <p:sp>
        <p:nvSpPr>
          <p:cNvPr id="3" name="PlaceHolder 4"/>
          <p:cNvSpPr>
            <a:spLocks noGrp="1"/>
          </p:cNvSpPr>
          <p:nvPr>
            <p:ph type="sldNum" idx="2"/>
          </p:nvPr>
        </p:nvSpPr>
        <p:spPr>
          <a:xfrm>
            <a:off x="8737440" y="6356160"/>
            <a:ext cx="2843520" cy="3638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ru-RU" sz="1600" b="0" strike="noStrike" spc="-1">
                <a:solidFill>
                  <a:srgbClr val="DBE5F1"/>
                </a:solidFill>
                <a:latin typeface="Calibri"/>
                <a:ea typeface="DejaVu Sans"/>
              </a:defRPr>
            </a:lvl1pPr>
          </a:lstStyle>
          <a:p>
            <a:fld id="{2559BB7A-F704-4182-B16A-69B3F5ADA7F7}" type="slidenum">
              <a:rPr lang="ru-RU" smtClean="0"/>
              <a:t>‹#›</a:t>
            </a:fld>
            <a:endParaRPr lang="ru-RU"/>
          </a:p>
        </p:txBody>
      </p:sp>
      <p:sp>
        <p:nvSpPr>
          <p:cNvPr id="4" name="PlaceHolder 5"/>
          <p:cNvSpPr>
            <a:spLocks noGrp="1"/>
          </p:cNvSpPr>
          <p:nvPr>
            <p:ph type="dt" idx="3"/>
          </p:nvPr>
        </p:nvSpPr>
        <p:spPr>
          <a:xfrm>
            <a:off x="609600" y="6356160"/>
            <a:ext cx="2843520" cy="363840"/>
          </a:xfrm>
          <a:prstGeom prst="rect">
            <a:avLst/>
          </a:prstGeom>
          <a:noFill/>
          <a:ln w="0">
            <a:noFill/>
          </a:ln>
        </p:spPr>
        <p:txBody>
          <a:bodyPr lIns="90000" tIns="45000" rIns="90000" bIns="45000" anchor="ctr">
            <a:noAutofit/>
          </a:bodyPr>
          <a:lstStyle>
            <a:lvl1pPr indent="0">
              <a:buNone/>
              <a:defRPr lang="ru-RU" sz="1867" b="0" strike="noStrike" spc="-1">
                <a:solidFill>
                  <a:srgbClr val="000000"/>
                </a:solidFill>
                <a:latin typeface="Times New Roman"/>
              </a:defRPr>
            </a:lvl1pPr>
          </a:lstStyle>
          <a:p>
            <a:endParaRPr lang="ru-RU"/>
          </a:p>
        </p:txBody>
      </p:sp>
    </p:spTree>
    <p:extLst>
      <p:ext uri="{BB962C8B-B14F-4D97-AF65-F5344CB8AC3E}">
        <p14:creationId xmlns:p14="http://schemas.microsoft.com/office/powerpoint/2010/main" val="1122185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01" r:id="rId16"/>
    <p:sldLayoutId id="2147483662" r:id="rId17"/>
    <p:sldLayoutId id="2147483663" r:id="rId18"/>
    <p:sldLayoutId id="2147483664" r:id="rId19"/>
    <p:sldLayoutId id="2147483674" r:id="rId20"/>
    <p:sldLayoutId id="2147483675" r:id="rId21"/>
    <p:sldLayoutId id="2147483676" r:id="rId22"/>
    <p:sldLayoutId id="2147483677" r:id="rId23"/>
    <p:sldLayoutId id="2147483665" r:id="rId24"/>
    <p:sldLayoutId id="2147483678" r:id="rId25"/>
    <p:sldLayoutId id="2147483679" r:id="rId26"/>
    <p:sldLayoutId id="2147483680" r:id="rId27"/>
    <p:sldLayoutId id="2147483681" r:id="rId28"/>
    <p:sldLayoutId id="2147483682" r:id="rId29"/>
    <p:sldLayoutId id="2147483684" r:id="rId30"/>
    <p:sldLayoutId id="2147483685" r:id="rId31"/>
    <p:sldLayoutId id="2147483687" r:id="rId32"/>
    <p:sldLayoutId id="2147483688" r:id="rId33"/>
    <p:sldLayoutId id="2147483689" r:id="rId34"/>
    <p:sldLayoutId id="2147483690" r:id="rId35"/>
    <p:sldLayoutId id="2147483699" r:id="rId36"/>
    <p:sldLayoutId id="2147483700" r:id="rId37"/>
    <p:sldLayoutId id="2147483697" r:id="rId38"/>
    <p:sldLayoutId id="2147483702" r:id="rId39"/>
  </p:sldLayoutIdLst>
  <p:hf sldNum="0" hdr="0" ftr="0" dt="0"/>
  <p:txStyles>
    <p:titleStyle>
      <a:lvl1pPr indent="0"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575986" indent="-431989" algn="l" defTabSz="1219170" rtl="0" eaLnBrk="1" latinLnBrk="0" hangingPunct="1">
        <a:lnSpc>
          <a:spcPct val="90000"/>
        </a:lnSpc>
        <a:spcBef>
          <a:spcPts val="1889"/>
        </a:spcBef>
        <a:buClr>
          <a:srgbClr val="000000"/>
        </a:buClr>
        <a:buSzPct val="45000"/>
        <a:buFont typeface="Wingdings" charset="2"/>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ru-RU"/>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8"/>
          <a:stretch/>
        </a:blipFill>
        <a:effectLst/>
      </p:bgPr>
    </p:bg>
    <p:spTree>
      <p:nvGrpSpPr>
        <p:cNvPr id="1" name=""/>
        <p:cNvGrpSpPr/>
        <p:nvPr/>
      </p:nvGrpSpPr>
      <p:grpSpPr>
        <a:xfrm>
          <a:off x="0" y="0"/>
          <a:ext cx="0" cy="0"/>
          <a:chOff x="0" y="0"/>
          <a:chExt cx="0" cy="0"/>
        </a:xfrm>
      </p:grpSpPr>
      <p:sp>
        <p:nvSpPr>
          <p:cNvPr id="41" name="PlaceHolder 1"/>
          <p:cNvSpPr>
            <a:spLocks noGrp="1"/>
          </p:cNvSpPr>
          <p:nvPr>
            <p:ph type="ftr" idx="4"/>
          </p:nvPr>
        </p:nvSpPr>
        <p:spPr>
          <a:xfrm>
            <a:off x="4165440" y="6356160"/>
            <a:ext cx="3859200" cy="36384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ru-RU" sz="1867" b="0" strike="noStrike" spc="-1">
                <a:solidFill>
                  <a:srgbClr val="000000"/>
                </a:solidFill>
                <a:latin typeface="Times New Roman"/>
                <a:ea typeface="DejaVu Sans"/>
              </a:defRPr>
            </a:lvl1pPr>
          </a:lstStyle>
          <a:p>
            <a:r>
              <a:rPr lang="ru-RU"/>
              <a:t>&lt;нижний колонтитул&gt;</a:t>
            </a:r>
          </a:p>
        </p:txBody>
      </p:sp>
      <p:sp>
        <p:nvSpPr>
          <p:cNvPr id="42" name="PlaceHolder 2"/>
          <p:cNvSpPr>
            <a:spLocks noGrp="1"/>
          </p:cNvSpPr>
          <p:nvPr>
            <p:ph type="sldNum" idx="5"/>
          </p:nvPr>
        </p:nvSpPr>
        <p:spPr>
          <a:xfrm>
            <a:off x="8737440" y="6356160"/>
            <a:ext cx="2843520" cy="363840"/>
          </a:xfrm>
          <a:prstGeom prst="rect">
            <a:avLst/>
          </a:prstGeom>
          <a:noFill/>
          <a:ln w="0">
            <a:noFill/>
          </a:ln>
        </p:spPr>
        <p:txBody>
          <a:bodyPr lIns="90000" tIns="45000" rIns="90000" bIns="45000" anchor="ctr">
            <a:noAutofit/>
          </a:bodyPr>
          <a:lstStyle>
            <a:lvl1pPr indent="0" algn="r">
              <a:lnSpc>
                <a:spcPct val="100000"/>
              </a:lnSpc>
              <a:buNone/>
              <a:tabLst>
                <a:tab pos="0" algn="l"/>
              </a:tabLst>
              <a:defRPr lang="ru-RU" sz="1600" b="0" strike="noStrike" spc="-1">
                <a:solidFill>
                  <a:srgbClr val="DBE5F1"/>
                </a:solidFill>
                <a:latin typeface="Calibri"/>
                <a:ea typeface="DejaVu Sans"/>
              </a:defRPr>
            </a:lvl1pPr>
          </a:lstStyle>
          <a:p>
            <a:fld id="{038AD572-053F-4D0A-8619-9230AD01C5C7}" type="slidenum">
              <a:rPr lang="ru-RU" smtClean="0"/>
              <a:pPr/>
              <a:t>‹#›</a:t>
            </a:fld>
            <a:endParaRPr lang="ru-RU">
              <a:solidFill>
                <a:srgbClr val="000000"/>
              </a:solidFill>
              <a:latin typeface="Times New Roman"/>
            </a:endParaRPr>
          </a:p>
        </p:txBody>
      </p:sp>
      <p:sp>
        <p:nvSpPr>
          <p:cNvPr id="43" name="PlaceHolder 3"/>
          <p:cNvSpPr>
            <a:spLocks noGrp="1"/>
          </p:cNvSpPr>
          <p:nvPr>
            <p:ph type="dt" idx="6"/>
          </p:nvPr>
        </p:nvSpPr>
        <p:spPr>
          <a:xfrm>
            <a:off x="609600" y="6356160"/>
            <a:ext cx="2843520" cy="363840"/>
          </a:xfrm>
          <a:prstGeom prst="rect">
            <a:avLst/>
          </a:prstGeom>
          <a:noFill/>
          <a:ln w="0">
            <a:noFill/>
          </a:ln>
        </p:spPr>
        <p:txBody>
          <a:bodyPr lIns="90000" tIns="45000" rIns="90000" bIns="45000" anchor="ctr">
            <a:noAutofit/>
          </a:bodyPr>
          <a:lstStyle>
            <a:lvl1pPr indent="0">
              <a:buNone/>
              <a:defRPr lang="ru-RU" sz="1867" b="0" strike="noStrike" spc="-1">
                <a:solidFill>
                  <a:srgbClr val="000000"/>
                </a:solidFill>
                <a:latin typeface="Times New Roman"/>
              </a:defRPr>
            </a:lvl1pPr>
          </a:lstStyle>
          <a:p>
            <a:r>
              <a:rPr lang="ru-RU"/>
              <a:t>&lt;дата/время&gt;</a:t>
            </a:r>
          </a:p>
        </p:txBody>
      </p:sp>
      <p:sp>
        <p:nvSpPr>
          <p:cNvPr id="44" name="PlaceHolder 4"/>
          <p:cNvSpPr>
            <a:spLocks noGrp="1"/>
          </p:cNvSpPr>
          <p:nvPr>
            <p:ph type="title"/>
          </p:nvPr>
        </p:nvSpPr>
        <p:spPr>
          <a:xfrm>
            <a:off x="609600" y="273600"/>
            <a:ext cx="10972320" cy="1144800"/>
          </a:xfrm>
          <a:prstGeom prst="rect">
            <a:avLst/>
          </a:prstGeom>
          <a:noFill/>
          <a:ln w="0">
            <a:noFill/>
          </a:ln>
        </p:spPr>
        <p:txBody>
          <a:bodyPr lIns="0" tIns="0" rIns="0" bIns="0" anchor="ctr">
            <a:noAutofit/>
          </a:bodyPr>
          <a:lstStyle/>
          <a:p>
            <a:pPr indent="0" algn="ctr">
              <a:buNone/>
            </a:pPr>
            <a:r>
              <a:rPr lang="ru-RU" sz="5867" b="0" strike="noStrike" spc="-1">
                <a:solidFill>
                  <a:srgbClr val="000000"/>
                </a:solidFill>
                <a:latin typeface="Arial"/>
              </a:rPr>
              <a:t>Для правки текста заглавия щёлкните мышью</a:t>
            </a:r>
          </a:p>
        </p:txBody>
      </p:sp>
      <p:sp>
        <p:nvSpPr>
          <p:cNvPr id="45" name="PlaceHolder 5"/>
          <p:cNvSpPr>
            <a:spLocks noGrp="1"/>
          </p:cNvSpPr>
          <p:nvPr>
            <p:ph type="body"/>
          </p:nvPr>
        </p:nvSpPr>
        <p:spPr>
          <a:xfrm>
            <a:off x="609600" y="1604640"/>
            <a:ext cx="1097232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ru-RU" sz="4267" b="0" strike="noStrike" spc="-1">
                <a:solidFill>
                  <a:srgbClr val="000000"/>
                </a:solidFill>
                <a:latin typeface="Arial"/>
              </a:rPr>
              <a:t>Для правки структуры щёлкните мышью</a:t>
            </a:r>
          </a:p>
          <a:p>
            <a:pPr marL="1151971" lvl="1" indent="-431989">
              <a:spcBef>
                <a:spcPts val="1512"/>
              </a:spcBef>
              <a:buClr>
                <a:srgbClr val="000000"/>
              </a:buClr>
              <a:buSzPct val="75000"/>
              <a:buFont typeface="Symbol" charset="2"/>
              <a:buChar char=""/>
            </a:pPr>
            <a:r>
              <a:rPr lang="ru-RU" sz="3733" b="0" strike="noStrike" spc="-1">
                <a:solidFill>
                  <a:srgbClr val="000000"/>
                </a:solidFill>
                <a:latin typeface="Arial"/>
              </a:rPr>
              <a:t>Второй уровень структуры</a:t>
            </a:r>
          </a:p>
          <a:p>
            <a:pPr marL="1727957" lvl="2" indent="-383990">
              <a:spcBef>
                <a:spcPts val="1133"/>
              </a:spcBef>
              <a:buClr>
                <a:srgbClr val="000000"/>
              </a:buClr>
              <a:buSzPct val="45000"/>
              <a:buFont typeface="Wingdings" charset="2"/>
              <a:buChar char=""/>
            </a:pPr>
            <a:r>
              <a:rPr lang="ru-RU" sz="3200" b="0" strike="noStrike" spc="-1">
                <a:solidFill>
                  <a:srgbClr val="000000"/>
                </a:solidFill>
                <a:latin typeface="Arial"/>
              </a:rPr>
              <a:t>Третий уровень структуры</a:t>
            </a:r>
          </a:p>
          <a:p>
            <a:pPr marL="2303942" lvl="3" indent="-287993">
              <a:spcBef>
                <a:spcPts val="756"/>
              </a:spcBef>
              <a:buClr>
                <a:srgbClr val="000000"/>
              </a:buClr>
              <a:buSzPct val="75000"/>
              <a:buFont typeface="Symbol" charset="2"/>
              <a:buChar char=""/>
            </a:pPr>
            <a:r>
              <a:rPr lang="ru-RU" sz="2667" b="0" strike="noStrike" spc="-1">
                <a:solidFill>
                  <a:srgbClr val="000000"/>
                </a:solidFill>
                <a:latin typeface="Arial"/>
              </a:rPr>
              <a:t>Четвёртый уровень структуры</a:t>
            </a:r>
          </a:p>
          <a:p>
            <a:pPr marL="2879928" lvl="4" indent="-287993">
              <a:spcBef>
                <a:spcPts val="377"/>
              </a:spcBef>
              <a:buClr>
                <a:srgbClr val="000000"/>
              </a:buClr>
              <a:buSzPct val="45000"/>
              <a:buFont typeface="Wingdings" charset="2"/>
              <a:buChar char=""/>
            </a:pPr>
            <a:r>
              <a:rPr lang="ru-RU" sz="2667" b="0" strike="noStrike" spc="-1">
                <a:solidFill>
                  <a:srgbClr val="000000"/>
                </a:solidFill>
                <a:latin typeface="Arial"/>
              </a:rPr>
              <a:t>Пятый уровень структуры</a:t>
            </a:r>
          </a:p>
          <a:p>
            <a:pPr marL="3455914" lvl="5" indent="-287993">
              <a:spcBef>
                <a:spcPts val="377"/>
              </a:spcBef>
              <a:buClr>
                <a:srgbClr val="000000"/>
              </a:buClr>
              <a:buSzPct val="45000"/>
              <a:buFont typeface="Wingdings" charset="2"/>
              <a:buChar char=""/>
            </a:pPr>
            <a:r>
              <a:rPr lang="ru-RU" sz="2667" b="0" strike="noStrike" spc="-1">
                <a:solidFill>
                  <a:srgbClr val="000000"/>
                </a:solidFill>
                <a:latin typeface="Arial"/>
              </a:rPr>
              <a:t>Шестой уровень структуры</a:t>
            </a:r>
          </a:p>
          <a:p>
            <a:pPr marL="4031899" lvl="6" indent="-287993">
              <a:spcBef>
                <a:spcPts val="377"/>
              </a:spcBef>
              <a:buClr>
                <a:srgbClr val="000000"/>
              </a:buClr>
              <a:buSzPct val="45000"/>
              <a:buFont typeface="Wingdings" charset="2"/>
              <a:buChar char=""/>
            </a:pPr>
            <a:r>
              <a:rPr lang="ru-RU" sz="2667" b="0" strike="noStrike" spc="-1">
                <a:solidFill>
                  <a:srgbClr val="000000"/>
                </a:solidFill>
                <a:latin typeface="Arial"/>
              </a:rPr>
              <a:t>Седьмой уровень структуры</a:t>
            </a:r>
          </a:p>
        </p:txBody>
      </p:sp>
    </p:spTree>
    <p:extLst>
      <p:ext uri="{BB962C8B-B14F-4D97-AF65-F5344CB8AC3E}">
        <p14:creationId xmlns:p14="http://schemas.microsoft.com/office/powerpoint/2010/main" val="598168327"/>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Lst>
  <p:txStyles>
    <p:titleStyle>
      <a:lvl1pPr indent="0" algn="ctr"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575986" indent="-431989" algn="l" defTabSz="1219170" rtl="0" eaLnBrk="1" latinLnBrk="0" hangingPunct="1">
        <a:lnSpc>
          <a:spcPct val="90000"/>
        </a:lnSpc>
        <a:spcBef>
          <a:spcPts val="1889"/>
        </a:spcBef>
        <a:buClr>
          <a:srgbClr val="000000"/>
        </a:buClr>
        <a:buSzPct val="45000"/>
        <a:buFont typeface="Wingdings" charset="2"/>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ru-RU"/>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666739"/>
            <a:ext cx="10972800" cy="1143000"/>
          </a:xfrm>
          <a:prstGeom prst="rect">
            <a:avLst/>
          </a:prstGeom>
        </p:spPr>
        <p:txBody>
          <a:bodyPr vert="horz" lIns="91440" tIns="45720" rIns="91440" bIns="45720" rtlCol="0" anchor="ctr">
            <a:normAutofit/>
          </a:bodyPr>
          <a:lstStyle/>
          <a:p>
            <a:r>
              <a:rPr lang="ru-RU" dirty="0"/>
              <a:t>Образец заголовка</a:t>
            </a:r>
          </a:p>
        </p:txBody>
      </p:sp>
      <p:sp>
        <p:nvSpPr>
          <p:cNvPr id="3" name="Текст 2"/>
          <p:cNvSpPr>
            <a:spLocks noGrp="1"/>
          </p:cNvSpPr>
          <p:nvPr>
            <p:ph type="body" idx="1"/>
          </p:nvPr>
        </p:nvSpPr>
        <p:spPr>
          <a:xfrm>
            <a:off x="609600" y="1904989"/>
            <a:ext cx="10972800" cy="4221175"/>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600">
                <a:solidFill>
                  <a:schemeClr val="bg1"/>
                </a:solidFill>
              </a:defRPr>
            </a:lvl1pPr>
          </a:lstStyle>
          <a:p>
            <a:endParaRPr lang="ru-RU"/>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600">
                <a:solidFill>
                  <a:schemeClr val="bg1"/>
                </a:solidFill>
              </a:defRPr>
            </a:lvl1pPr>
          </a:lstStyle>
          <a:p>
            <a:endParaRPr lang="ru-RU"/>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600">
                <a:solidFill>
                  <a:schemeClr val="bg1"/>
                </a:solidFill>
              </a:defRPr>
            </a:lvl1pPr>
          </a:lstStyle>
          <a:p>
            <a:fld id="{2559BB7A-F704-4182-B16A-69B3F5ADA7F7}" type="slidenum">
              <a:rPr lang="ru-RU" smtClean="0"/>
              <a:t>‹#›</a:t>
            </a:fld>
            <a:endParaRPr lang="ru-RU"/>
          </a:p>
        </p:txBody>
      </p:sp>
    </p:spTree>
    <p:extLst>
      <p:ext uri="{BB962C8B-B14F-4D97-AF65-F5344CB8AC3E}">
        <p14:creationId xmlns:p14="http://schemas.microsoft.com/office/powerpoint/2010/main" val="3863680121"/>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Lst>
  <p:hf sldNum="0" hdr="0" ftr="0" dt="0"/>
  <p:txStyles>
    <p:titleStyle>
      <a:lvl1pPr algn="ctr" defTabSz="1219170" rtl="0" eaLnBrk="1" latinLnBrk="0" hangingPunct="1">
        <a:spcBef>
          <a:spcPct val="0"/>
        </a:spcBef>
        <a:buNone/>
        <a:defRPr sz="5867" kern="1200">
          <a:solidFill>
            <a:schemeClr val="accent6"/>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ru-RU"/>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6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1.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6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61.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61.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61.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1.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1.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61.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1.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1.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61.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6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1.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1.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61.xml"/></Relationships>
</file>

<file path=ppt/slides/_rels/slide28.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2.xml"/><Relationship Id="rId1" Type="http://schemas.openxmlformats.org/officeDocument/2006/relationships/slideLayout" Target="../slideLayouts/slideLayout6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1.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61.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5.xml"/><Relationship Id="rId1" Type="http://schemas.openxmlformats.org/officeDocument/2006/relationships/slideLayout" Target="../slideLayouts/slideLayout61.xml"/></Relationships>
</file>

<file path=ppt/slides/_rels/slide3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26.xml"/><Relationship Id="rId1" Type="http://schemas.openxmlformats.org/officeDocument/2006/relationships/slideLayout" Target="../slideLayouts/slideLayout61.xml"/><Relationship Id="rId5" Type="http://schemas.openxmlformats.org/officeDocument/2006/relationships/image" Target="../media/image39.png"/><Relationship Id="rId4" Type="http://schemas.openxmlformats.org/officeDocument/2006/relationships/image" Target="../media/image38.emf"/></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61.xml"/><Relationship Id="rId4" Type="http://schemas.microsoft.com/office/2007/relationships/hdphoto" Target="../media/hdphoto1.wdp"/></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61.xml"/></Relationships>
</file>

<file path=ppt/slides/_rels/slide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61.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6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1.xml.rels><?xml version="1.0" encoding="UTF-8" standalone="yes"?>
<Relationships xmlns="http://schemas.openxmlformats.org/package/2006/relationships"><Relationship Id="rId3" Type="http://schemas.openxmlformats.org/officeDocument/2006/relationships/image" Target="../media/image46.gif"/><Relationship Id="rId2" Type="http://schemas.openxmlformats.org/officeDocument/2006/relationships/notesSlide" Target="../notesSlides/notesSlide32.xml"/><Relationship Id="rId1" Type="http://schemas.openxmlformats.org/officeDocument/2006/relationships/slideLayout" Target="../slideLayouts/slideLayout61.xml"/><Relationship Id="rId6" Type="http://schemas.openxmlformats.org/officeDocument/2006/relationships/image" Target="../media/image49.png"/><Relationship Id="rId5" Type="http://schemas.openxmlformats.org/officeDocument/2006/relationships/image" Target="../media/image48.gif"/><Relationship Id="rId4" Type="http://schemas.openxmlformats.org/officeDocument/2006/relationships/image" Target="../media/image4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ctrTitle"/>
          </p:nvPr>
        </p:nvSpPr>
        <p:spPr/>
        <p:txBody>
          <a:bodyPr/>
          <a:lstStyle/>
          <a:p>
            <a:r>
              <a:rPr lang="ru-RU" dirty="0"/>
              <a:t>Программирование на </a:t>
            </a:r>
            <a:r>
              <a:rPr lang="en-US" dirty="0"/>
              <a:t>Java</a:t>
            </a:r>
            <a:endParaRPr lang="ru-RU" dirty="0"/>
          </a:p>
        </p:txBody>
      </p:sp>
      <p:sp>
        <p:nvSpPr>
          <p:cNvPr id="2" name="Subtitle 1">
            <a:extLst>
              <a:ext uri="{FF2B5EF4-FFF2-40B4-BE49-F238E27FC236}">
                <a16:creationId xmlns:a16="http://schemas.microsoft.com/office/drawing/2014/main" id="{04ACFD07-5919-4FF9-B5B6-229F443655FA}"/>
              </a:ext>
            </a:extLst>
          </p:cNvPr>
          <p:cNvSpPr>
            <a:spLocks noGrp="1"/>
          </p:cNvSpPr>
          <p:nvPr>
            <p:ph type="subTitle" idx="1"/>
          </p:nvPr>
        </p:nvSpPr>
        <p:spPr/>
        <p:txBody>
          <a:bodyPr/>
          <a:lstStyle/>
          <a:p>
            <a:r>
              <a:rPr lang="en-US" dirty="0"/>
              <a:t>Generics. Java Collections</a:t>
            </a:r>
            <a:endParaRPr lang="ru-RU" dirty="0"/>
          </a:p>
          <a:p>
            <a:endParaRPr lang="ru-RU" dirty="0"/>
          </a:p>
        </p:txBody>
      </p:sp>
    </p:spTree>
    <p:extLst>
      <p:ext uri="{BB962C8B-B14F-4D97-AF65-F5344CB8AC3E}">
        <p14:creationId xmlns:p14="http://schemas.microsoft.com/office/powerpoint/2010/main" val="3213764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B211D-6C5C-4DCD-A6D4-3ABB3122DA53}"/>
              </a:ext>
            </a:extLst>
          </p:cNvPr>
          <p:cNvSpPr>
            <a:spLocks noGrp="1"/>
          </p:cNvSpPr>
          <p:nvPr>
            <p:ph type="title"/>
          </p:nvPr>
        </p:nvSpPr>
        <p:spPr/>
        <p:txBody>
          <a:bodyPr>
            <a:normAutofit/>
          </a:bodyPr>
          <a:lstStyle/>
          <a:p>
            <a:r>
              <a:rPr lang="en-US" dirty="0"/>
              <a:t>Java </a:t>
            </a:r>
            <a:r>
              <a:rPr lang="ru-RU" dirty="0"/>
              <a:t>коллекции </a:t>
            </a:r>
          </a:p>
        </p:txBody>
      </p:sp>
      <p:sp>
        <p:nvSpPr>
          <p:cNvPr id="3" name="TextBox 2">
            <a:extLst>
              <a:ext uri="{FF2B5EF4-FFF2-40B4-BE49-F238E27FC236}">
                <a16:creationId xmlns:a16="http://schemas.microsoft.com/office/drawing/2014/main" id="{EF542EA5-3D0E-4636-BFE8-6405F5C895B7}"/>
              </a:ext>
            </a:extLst>
          </p:cNvPr>
          <p:cNvSpPr txBox="1"/>
          <p:nvPr/>
        </p:nvSpPr>
        <p:spPr>
          <a:xfrm>
            <a:off x="5615492" y="2033195"/>
            <a:ext cx="5744582" cy="2246769"/>
          </a:xfrm>
          <a:prstGeom prst="rect">
            <a:avLst/>
          </a:prstGeom>
          <a:noFill/>
        </p:spPr>
        <p:txBody>
          <a:bodyPr wrap="square" rtlCol="0">
            <a:spAutoFit/>
          </a:bodyPr>
          <a:lstStyle/>
          <a:p>
            <a:pPr marL="285750" indent="-285750">
              <a:buFont typeface="Arial" panose="020B0604020202020204" pitchFamily="34" charset="0"/>
              <a:buChar char="•"/>
            </a:pPr>
            <a:r>
              <a:rPr lang="ru-RU" sz="2800" dirty="0"/>
              <a:t>Коллекции — это наборы однородных элементов.</a:t>
            </a:r>
          </a:p>
          <a:p>
            <a:pPr marL="285750" indent="-285750">
              <a:buFont typeface="Arial" panose="020B0604020202020204" pitchFamily="34" charset="0"/>
              <a:buChar char="•"/>
            </a:pPr>
            <a:r>
              <a:rPr lang="ru-RU" sz="2800" dirty="0"/>
              <a:t>Имеют динамическую длину</a:t>
            </a:r>
          </a:p>
          <a:p>
            <a:pPr marL="285750" indent="-285750">
              <a:buFont typeface="Arial" panose="020B0604020202020204" pitchFamily="34" charset="0"/>
              <a:buChar char="•"/>
            </a:pPr>
            <a:r>
              <a:rPr lang="ru-RU" sz="2800" dirty="0"/>
              <a:t>Удобны, т.к. реализуют различные алгоритмы работы с данными</a:t>
            </a:r>
            <a:endParaRPr lang="en-US" sz="2800" dirty="0"/>
          </a:p>
        </p:txBody>
      </p:sp>
      <p:pic>
        <p:nvPicPr>
          <p:cNvPr id="13314" name="Picture 2" descr="10 случаев, когда люди решили коллекционировать что-то необычное">
            <a:extLst>
              <a:ext uri="{FF2B5EF4-FFF2-40B4-BE49-F238E27FC236}">
                <a16:creationId xmlns:a16="http://schemas.microsoft.com/office/drawing/2014/main" id="{FFF05BD4-0DE3-4E96-AB65-CC7EF28AAD1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19" b="7716"/>
          <a:stretch/>
        </p:blipFill>
        <p:spPr bwMode="auto">
          <a:xfrm>
            <a:off x="609600" y="2229287"/>
            <a:ext cx="4690557" cy="309455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5478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69F3-D670-460F-9273-81C1E8ED976D}"/>
              </a:ext>
            </a:extLst>
          </p:cNvPr>
          <p:cNvSpPr>
            <a:spLocks noGrp="1"/>
          </p:cNvSpPr>
          <p:nvPr>
            <p:ph type="title"/>
          </p:nvPr>
        </p:nvSpPr>
        <p:spPr/>
        <p:txBody>
          <a:bodyPr/>
          <a:lstStyle/>
          <a:p>
            <a:r>
              <a:rPr lang="ru-RU" dirty="0"/>
              <a:t>Проблема типизации</a:t>
            </a:r>
          </a:p>
        </p:txBody>
      </p:sp>
      <p:pic>
        <p:nvPicPr>
          <p:cNvPr id="8" name="Picture 7">
            <a:extLst>
              <a:ext uri="{FF2B5EF4-FFF2-40B4-BE49-F238E27FC236}">
                <a16:creationId xmlns:a16="http://schemas.microsoft.com/office/drawing/2014/main" id="{4B790250-A8C5-43C5-940A-236321346ED9}"/>
              </a:ext>
            </a:extLst>
          </p:cNvPr>
          <p:cNvPicPr>
            <a:picLocks noChangeAspect="1"/>
          </p:cNvPicPr>
          <p:nvPr/>
        </p:nvPicPr>
        <p:blipFill rotWithShape="1">
          <a:blip r:embed="rId3"/>
          <a:srcRect l="2502"/>
          <a:stretch/>
        </p:blipFill>
        <p:spPr>
          <a:xfrm>
            <a:off x="700644" y="2204028"/>
            <a:ext cx="3547506" cy="3762375"/>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5963ACAF-916D-44E7-92FD-C56DE06BEFC3}"/>
              </a:ext>
            </a:extLst>
          </p:cNvPr>
          <p:cNvPicPr>
            <a:picLocks noChangeAspect="1"/>
          </p:cNvPicPr>
          <p:nvPr/>
        </p:nvPicPr>
        <p:blipFill>
          <a:blip r:embed="rId4"/>
          <a:stretch>
            <a:fillRect/>
          </a:stretch>
        </p:blipFill>
        <p:spPr>
          <a:xfrm>
            <a:off x="4443188" y="2204028"/>
            <a:ext cx="7458075" cy="1752600"/>
          </a:xfrm>
          <a:prstGeom prst="rect">
            <a:avLst/>
          </a:prstGeom>
          <a:ln>
            <a:noFill/>
          </a:ln>
          <a:effectLst>
            <a:outerShdw blurRad="292100" dist="139700" dir="2700000" algn="tl" rotWithShape="0">
              <a:srgbClr val="333333">
                <a:alpha val="65000"/>
              </a:srgbClr>
            </a:outerShdw>
          </a:effectLst>
        </p:spPr>
      </p:pic>
      <p:sp>
        <p:nvSpPr>
          <p:cNvPr id="10" name="Rectangle 9">
            <a:extLst>
              <a:ext uri="{FF2B5EF4-FFF2-40B4-BE49-F238E27FC236}">
                <a16:creationId xmlns:a16="http://schemas.microsoft.com/office/drawing/2014/main" id="{10E2C795-1458-4DFE-82FC-C51515553FC2}"/>
              </a:ext>
            </a:extLst>
          </p:cNvPr>
          <p:cNvSpPr/>
          <p:nvPr/>
        </p:nvSpPr>
        <p:spPr>
          <a:xfrm>
            <a:off x="5274833" y="4516436"/>
            <a:ext cx="6096000" cy="923330"/>
          </a:xfrm>
          <a:prstGeom prst="rect">
            <a:avLst/>
          </a:prstGeom>
        </p:spPr>
        <p:txBody>
          <a:bodyPr>
            <a:spAutoFit/>
          </a:bodyPr>
          <a:lstStyle/>
          <a:p>
            <a:r>
              <a:rPr lang="en-US" b="1" i="1" dirty="0">
                <a:solidFill>
                  <a:schemeClr val="bg2">
                    <a:lumMod val="50000"/>
                  </a:schemeClr>
                </a:solidFill>
                <a:latin typeface="Arial" panose="020B0604020202020204" pitchFamily="34" charset="0"/>
              </a:rPr>
              <a:t>Exception in thread "main" </a:t>
            </a:r>
            <a:r>
              <a:rPr lang="en-US" b="1" i="1" dirty="0" err="1">
                <a:solidFill>
                  <a:schemeClr val="bg2">
                    <a:lumMod val="50000"/>
                  </a:schemeClr>
                </a:solidFill>
                <a:latin typeface="Arial" panose="020B0604020202020204" pitchFamily="34" charset="0"/>
              </a:rPr>
              <a:t>java.lang.ClassCastException</a:t>
            </a:r>
            <a:r>
              <a:rPr lang="en-US" b="1" i="1" dirty="0">
                <a:solidFill>
                  <a:schemeClr val="bg2">
                    <a:lumMod val="50000"/>
                  </a:schemeClr>
                </a:solidFill>
                <a:latin typeface="Arial" panose="020B0604020202020204" pitchFamily="34" charset="0"/>
              </a:rPr>
              <a:t>: </a:t>
            </a:r>
            <a:r>
              <a:rPr lang="en-US" b="1" i="1" dirty="0" err="1">
                <a:solidFill>
                  <a:schemeClr val="bg2">
                    <a:lumMod val="50000"/>
                  </a:schemeClr>
                </a:solidFill>
                <a:latin typeface="Arial" panose="020B0604020202020204" pitchFamily="34" charset="0"/>
              </a:rPr>
              <a:t>java.lang.String</a:t>
            </a:r>
            <a:r>
              <a:rPr lang="en-US" b="1" i="1" dirty="0">
                <a:solidFill>
                  <a:schemeClr val="bg2">
                    <a:lumMod val="50000"/>
                  </a:schemeClr>
                </a:solidFill>
                <a:latin typeface="Arial" panose="020B0604020202020204" pitchFamily="34" charset="0"/>
              </a:rPr>
              <a:t> cannot be cast to </a:t>
            </a:r>
            <a:r>
              <a:rPr lang="en-US" b="1" i="1" dirty="0" err="1">
                <a:solidFill>
                  <a:schemeClr val="bg2">
                    <a:lumMod val="50000"/>
                  </a:schemeClr>
                </a:solidFill>
                <a:latin typeface="Arial" panose="020B0604020202020204" pitchFamily="34" charset="0"/>
              </a:rPr>
              <a:t>java.lang.Integer</a:t>
            </a:r>
            <a:endParaRPr lang="ru-RU" dirty="0">
              <a:solidFill>
                <a:schemeClr val="bg2">
                  <a:lumMod val="50000"/>
                </a:schemeClr>
              </a:solidFill>
            </a:endParaRPr>
          </a:p>
        </p:txBody>
      </p:sp>
    </p:spTree>
    <p:extLst>
      <p:ext uri="{BB962C8B-B14F-4D97-AF65-F5344CB8AC3E}">
        <p14:creationId xmlns:p14="http://schemas.microsoft.com/office/powerpoint/2010/main" val="407570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8351370" y="3571504"/>
            <a:ext cx="2876797" cy="2876797"/>
          </a:xfrm>
          <a:prstGeom prst="rect">
            <a:avLst/>
          </a:prstGeom>
          <a:ln>
            <a:noFill/>
          </a:ln>
          <a:effectLst>
            <a:softEdge rad="112500"/>
          </a:effectLst>
        </p:spPr>
      </p:pic>
      <p:sp>
        <p:nvSpPr>
          <p:cNvPr id="6" name="Title 5">
            <a:extLst>
              <a:ext uri="{FF2B5EF4-FFF2-40B4-BE49-F238E27FC236}">
                <a16:creationId xmlns:a16="http://schemas.microsoft.com/office/drawing/2014/main" id="{8CBB491D-ECE4-415C-961E-8392DC6558B9}"/>
              </a:ext>
            </a:extLst>
          </p:cNvPr>
          <p:cNvSpPr>
            <a:spLocks noGrp="1"/>
          </p:cNvSpPr>
          <p:nvPr>
            <p:ph type="title"/>
          </p:nvPr>
        </p:nvSpPr>
        <p:spPr/>
        <p:txBody>
          <a:bodyPr/>
          <a:lstStyle/>
          <a:p>
            <a:r>
              <a:rPr lang="en-US" dirty="0"/>
              <a:t>Generics</a:t>
            </a:r>
            <a:endParaRPr lang="ru-RU" dirty="0"/>
          </a:p>
        </p:txBody>
      </p:sp>
      <p:sp>
        <p:nvSpPr>
          <p:cNvPr id="10" name="TextBox 9">
            <a:extLst>
              <a:ext uri="{FF2B5EF4-FFF2-40B4-BE49-F238E27FC236}">
                <a16:creationId xmlns:a16="http://schemas.microsoft.com/office/drawing/2014/main" id="{D263E7D2-5B5D-4DA5-B0A5-40340540F515}"/>
              </a:ext>
            </a:extLst>
          </p:cNvPr>
          <p:cNvSpPr txBox="1"/>
          <p:nvPr/>
        </p:nvSpPr>
        <p:spPr>
          <a:xfrm>
            <a:off x="609600" y="1679520"/>
            <a:ext cx="11117332" cy="2308324"/>
          </a:xfrm>
          <a:prstGeom prst="rect">
            <a:avLst/>
          </a:prstGeom>
          <a:noFill/>
        </p:spPr>
        <p:txBody>
          <a:bodyPr wrap="square" rtlCol="0">
            <a:spAutoFit/>
          </a:bodyPr>
          <a:lstStyle/>
          <a:p>
            <a:pPr marL="285750" indent="-285750">
              <a:buFont typeface="Arial" panose="020B0604020202020204" pitchFamily="34" charset="0"/>
              <a:buChar char="•"/>
            </a:pPr>
            <a:r>
              <a:rPr lang="ru-RU" sz="2400" b="1" dirty="0"/>
              <a:t>Обобщения</a:t>
            </a:r>
            <a:r>
              <a:rPr lang="ru-RU" sz="2400" dirty="0"/>
              <a:t> или </a:t>
            </a:r>
            <a:r>
              <a:rPr lang="ru-RU" sz="2400" dirty="0" err="1"/>
              <a:t>generics</a:t>
            </a:r>
            <a:r>
              <a:rPr lang="ru-RU" sz="2400" dirty="0"/>
              <a:t> (обобщенные типы и методы) позволяют нам уйти от жесткого определения используемых типов.</a:t>
            </a:r>
          </a:p>
          <a:p>
            <a:pPr marL="285750" indent="-285750">
              <a:buFont typeface="Arial" panose="020B0604020202020204" pitchFamily="34" charset="0"/>
              <a:buChar char="•"/>
            </a:pPr>
            <a:r>
              <a:rPr lang="ru-RU" sz="2400" dirty="0"/>
              <a:t>С помощью буквы </a:t>
            </a:r>
            <a:r>
              <a:rPr lang="ru-RU" sz="2400" b="1" dirty="0">
                <a:effectLst>
                  <a:outerShdw blurRad="38100" dist="38100" dir="2700000" algn="tl">
                    <a:srgbClr val="000000">
                      <a:alpha val="43137"/>
                    </a:srgbClr>
                  </a:outerShdw>
                </a:effectLst>
              </a:rPr>
              <a:t>T</a:t>
            </a:r>
            <a:r>
              <a:rPr lang="ru-RU" sz="2400" dirty="0"/>
              <a:t> в определении класса мы указываем, что данный тип </a:t>
            </a:r>
            <a:r>
              <a:rPr lang="ru-RU" sz="2400" b="1" dirty="0">
                <a:effectLst>
                  <a:outerShdw blurRad="38100" dist="38100" dir="2700000" algn="tl">
                    <a:srgbClr val="000000">
                      <a:alpha val="43137"/>
                    </a:srgbClr>
                  </a:outerShdw>
                </a:effectLst>
              </a:rPr>
              <a:t>T</a:t>
            </a:r>
            <a:r>
              <a:rPr lang="ru-RU" sz="2400" dirty="0"/>
              <a:t> будет использоваться этим классом.</a:t>
            </a:r>
          </a:p>
          <a:p>
            <a:pPr marL="285750" indent="-285750">
              <a:buFont typeface="Arial" panose="020B0604020202020204" pitchFamily="34" charset="0"/>
              <a:buChar char="•"/>
            </a:pPr>
            <a:r>
              <a:rPr lang="ru-RU" sz="2400" dirty="0"/>
              <a:t>Параметр </a:t>
            </a:r>
            <a:r>
              <a:rPr lang="ru-RU" sz="2400" b="1" dirty="0">
                <a:effectLst>
                  <a:outerShdw blurRad="38100" dist="38100" dir="2700000" algn="tl">
                    <a:srgbClr val="000000">
                      <a:alpha val="43137"/>
                    </a:srgbClr>
                  </a:outerShdw>
                </a:effectLst>
              </a:rPr>
              <a:t>T</a:t>
            </a:r>
            <a:r>
              <a:rPr lang="ru-RU" sz="2400" dirty="0"/>
              <a:t> в угловых скобках называется универсальным параметром, так как вместо него можно подставить любой тип.</a:t>
            </a:r>
          </a:p>
        </p:txBody>
      </p:sp>
    </p:spTree>
    <p:extLst>
      <p:ext uri="{BB962C8B-B14F-4D97-AF65-F5344CB8AC3E}">
        <p14:creationId xmlns:p14="http://schemas.microsoft.com/office/powerpoint/2010/main" val="30839155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838317D-E803-44CA-94C5-BBF198B4E503}"/>
              </a:ext>
            </a:extLst>
          </p:cNvPr>
          <p:cNvSpPr txBox="1"/>
          <p:nvPr/>
        </p:nvSpPr>
        <p:spPr>
          <a:xfrm>
            <a:off x="465068" y="1679520"/>
            <a:ext cx="7389329" cy="3754874"/>
          </a:xfrm>
          <a:prstGeom prst="rect">
            <a:avLst/>
          </a:prstGeom>
          <a:noFill/>
        </p:spPr>
        <p:txBody>
          <a:bodyPr wrap="square" rtlCol="0">
            <a:spAutoFit/>
          </a:bodyPr>
          <a:lstStyle/>
          <a:p>
            <a:pPr marL="285750" indent="-285750">
              <a:buFont typeface="Arial" panose="020B0604020202020204" pitchFamily="34" charset="0"/>
              <a:buChar char="•"/>
            </a:pPr>
            <a:r>
              <a:rPr lang="ru-RU" sz="2000" dirty="0"/>
              <a:t>При определении переменной данного класса и создании объекта после имени класса в угловых скобках нужно указать, какой именно тип будет использоваться вместо универсального параметра. При этом надо учитывать, что они работают только с объектами, но не работают с примитивными типами.</a:t>
            </a:r>
          </a:p>
          <a:p>
            <a:pPr marL="285750" indent="-285750">
              <a:buFont typeface="Arial" panose="020B0604020202020204" pitchFamily="34" charset="0"/>
              <a:buChar char="•"/>
            </a:pPr>
            <a:r>
              <a:rPr lang="ru-RU" sz="2000" dirty="0"/>
              <a:t>Интерфейсы, как и классы, также могут быть обобщенными.</a:t>
            </a:r>
          </a:p>
          <a:p>
            <a:pPr marL="285750" indent="-285750">
              <a:buFont typeface="Arial" panose="020B0604020202020204" pitchFamily="34" charset="0"/>
              <a:buChar char="•"/>
            </a:pPr>
            <a:r>
              <a:rPr lang="ru-RU" sz="2000" dirty="0"/>
              <a:t>Можно также задать сразу несколько универсальных параметров.</a:t>
            </a:r>
          </a:p>
          <a:p>
            <a:pPr marL="285750" indent="-285750">
              <a:buFont typeface="Arial" panose="020B0604020202020204" pitchFamily="34" charset="0"/>
              <a:buChar char="•"/>
            </a:pPr>
            <a:r>
              <a:rPr lang="ru-RU" sz="2000" dirty="0"/>
              <a:t>Обобщенные классы могут участвовать в иерархии наследования.</a:t>
            </a:r>
          </a:p>
          <a:p>
            <a:endParaRPr lang="ru-RU" dirty="0"/>
          </a:p>
        </p:txBody>
      </p:sp>
      <p:sp>
        <p:nvSpPr>
          <p:cNvPr id="6" name="Title 5">
            <a:extLst>
              <a:ext uri="{FF2B5EF4-FFF2-40B4-BE49-F238E27FC236}">
                <a16:creationId xmlns:a16="http://schemas.microsoft.com/office/drawing/2014/main" id="{8CBB491D-ECE4-415C-961E-8392DC6558B9}"/>
              </a:ext>
            </a:extLst>
          </p:cNvPr>
          <p:cNvSpPr>
            <a:spLocks noGrp="1"/>
          </p:cNvSpPr>
          <p:nvPr>
            <p:ph type="title"/>
          </p:nvPr>
        </p:nvSpPr>
        <p:spPr/>
        <p:txBody>
          <a:bodyPr/>
          <a:lstStyle/>
          <a:p>
            <a:r>
              <a:rPr lang="en-US" dirty="0"/>
              <a:t>Generics</a:t>
            </a:r>
            <a:endParaRPr lang="ru-RU" dirty="0"/>
          </a:p>
        </p:txBody>
      </p:sp>
      <p:sp>
        <p:nvSpPr>
          <p:cNvPr id="7" name="Rectangle 6">
            <a:extLst>
              <a:ext uri="{FF2B5EF4-FFF2-40B4-BE49-F238E27FC236}">
                <a16:creationId xmlns:a16="http://schemas.microsoft.com/office/drawing/2014/main" id="{B9162BDF-F630-4C74-8EB2-6CDA305ACFAD}"/>
              </a:ext>
            </a:extLst>
          </p:cNvPr>
          <p:cNvSpPr/>
          <p:nvPr/>
        </p:nvSpPr>
        <p:spPr>
          <a:xfrm>
            <a:off x="8388440" y="3187625"/>
            <a:ext cx="3095399" cy="369332"/>
          </a:xfrm>
          <a:prstGeom prst="rect">
            <a:avLst/>
          </a:prstGeom>
        </p:spPr>
        <p:txBody>
          <a:bodyPr wrap="none">
            <a:spAutoFit/>
          </a:bodyPr>
          <a:lstStyle/>
          <a:p>
            <a:r>
              <a:rPr lang="ru-RU" dirty="0" err="1">
                <a:solidFill>
                  <a:srgbClr val="0878AF"/>
                </a:solidFill>
                <a:latin typeface="Menlo"/>
              </a:rPr>
              <a:t>ОсновнойТип</a:t>
            </a:r>
            <a:r>
              <a:rPr lang="ru-RU" dirty="0">
                <a:solidFill>
                  <a:srgbClr val="0878AF"/>
                </a:solidFill>
                <a:latin typeface="Menlo"/>
              </a:rPr>
              <a:t> </a:t>
            </a:r>
            <a:r>
              <a:rPr lang="ru-RU" dirty="0">
                <a:solidFill>
                  <a:srgbClr val="000000"/>
                </a:solidFill>
                <a:latin typeface="Menlo"/>
              </a:rPr>
              <a:t>&lt;</a:t>
            </a:r>
            <a:r>
              <a:rPr lang="ru-RU" dirty="0" err="1">
                <a:solidFill>
                  <a:srgbClr val="871DC1"/>
                </a:solidFill>
                <a:latin typeface="Menlo"/>
              </a:rPr>
              <a:t>ТипПараметр</a:t>
            </a:r>
            <a:r>
              <a:rPr lang="ru-RU" dirty="0">
                <a:solidFill>
                  <a:srgbClr val="000000"/>
                </a:solidFill>
                <a:latin typeface="Menlo"/>
              </a:rPr>
              <a:t>&gt;</a:t>
            </a:r>
            <a:endParaRPr lang="ru-RU" dirty="0"/>
          </a:p>
        </p:txBody>
      </p:sp>
    </p:spTree>
    <p:extLst>
      <p:ext uri="{BB962C8B-B14F-4D97-AF65-F5344CB8AC3E}">
        <p14:creationId xmlns:p14="http://schemas.microsoft.com/office/powerpoint/2010/main" val="3423018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69F3-D670-460F-9273-81C1E8ED976D}"/>
              </a:ext>
            </a:extLst>
          </p:cNvPr>
          <p:cNvSpPr>
            <a:spLocks noGrp="1"/>
          </p:cNvSpPr>
          <p:nvPr>
            <p:ph type="title"/>
          </p:nvPr>
        </p:nvSpPr>
        <p:spPr/>
        <p:txBody>
          <a:bodyPr/>
          <a:lstStyle/>
          <a:p>
            <a:r>
              <a:rPr lang="en-US" dirty="0"/>
              <a:t>Generic </a:t>
            </a:r>
            <a:r>
              <a:rPr lang="ru-RU" dirty="0"/>
              <a:t>класс</a:t>
            </a:r>
          </a:p>
        </p:txBody>
      </p:sp>
      <p:pic>
        <p:nvPicPr>
          <p:cNvPr id="3" name="Picture 2">
            <a:extLst>
              <a:ext uri="{FF2B5EF4-FFF2-40B4-BE49-F238E27FC236}">
                <a16:creationId xmlns:a16="http://schemas.microsoft.com/office/drawing/2014/main" id="{26B8367B-7332-475A-8C34-8ECC3C45F6EE}"/>
              </a:ext>
            </a:extLst>
          </p:cNvPr>
          <p:cNvPicPr>
            <a:picLocks noChangeAspect="1"/>
          </p:cNvPicPr>
          <p:nvPr/>
        </p:nvPicPr>
        <p:blipFill>
          <a:blip r:embed="rId3"/>
          <a:stretch>
            <a:fillRect/>
          </a:stretch>
        </p:blipFill>
        <p:spPr>
          <a:xfrm>
            <a:off x="2698130" y="2429659"/>
            <a:ext cx="6795739" cy="240730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51535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430C4D-0F6C-4FB5-BED2-43C74413399C}"/>
              </a:ext>
            </a:extLst>
          </p:cNvPr>
          <p:cNvSpPr>
            <a:spLocks noGrp="1"/>
          </p:cNvSpPr>
          <p:nvPr>
            <p:ph type="title"/>
          </p:nvPr>
        </p:nvSpPr>
        <p:spPr/>
        <p:txBody>
          <a:bodyPr>
            <a:normAutofit/>
          </a:bodyPr>
          <a:lstStyle/>
          <a:p>
            <a:r>
              <a:rPr lang="en-US" sz="4800" dirty="0"/>
              <a:t>Collection API</a:t>
            </a:r>
            <a:endParaRPr lang="ru-RU" sz="4800" dirty="0"/>
          </a:p>
        </p:txBody>
      </p:sp>
      <p:sp>
        <p:nvSpPr>
          <p:cNvPr id="3" name="Text Placeholder 2"/>
          <p:cNvSpPr>
            <a:spLocks noGrp="1"/>
          </p:cNvSpPr>
          <p:nvPr>
            <p:ph type="body" sz="quarter" idx="4294967295"/>
          </p:nvPr>
        </p:nvSpPr>
        <p:spPr>
          <a:xfrm>
            <a:off x="609600" y="1809739"/>
            <a:ext cx="4973619" cy="3827267"/>
          </a:xfrm>
        </p:spPr>
        <p:txBody>
          <a:bodyPr>
            <a:noAutofit/>
          </a:bodyPr>
          <a:lstStyle/>
          <a:p>
            <a:pPr marL="285750" indent="-285750">
              <a:buFont typeface="Arial" panose="020B0604020202020204" pitchFamily="34" charset="0"/>
              <a:buChar char="•"/>
            </a:pPr>
            <a:r>
              <a:rPr lang="ru-RU" sz="2400" dirty="0"/>
              <a:t>Классы коллекций располагаются в пакете java.util.</a:t>
            </a:r>
          </a:p>
          <a:p>
            <a:pPr marL="285750" indent="-285750">
              <a:buFont typeface="Arial" panose="020B0604020202020204" pitchFamily="34" charset="0"/>
              <a:buChar char="•"/>
            </a:pPr>
            <a:r>
              <a:rPr lang="ru-RU" sz="2400" dirty="0"/>
              <a:t>Интерфейс Collection является базовым для всех коллекций, определяя основной функционал.</a:t>
            </a:r>
          </a:p>
          <a:p>
            <a:pPr marL="285750" indent="-285750">
              <a:buFont typeface="Arial" panose="020B0604020202020204" pitchFamily="34" charset="0"/>
              <a:buChar char="•"/>
            </a:pPr>
            <a:r>
              <a:rPr lang="ru-RU" sz="2400" dirty="0"/>
              <a:t>Интерфейс Collection является обобщенным и расширяет интерфейс Iterable, поэтому все объекты коллекций можно перебирать в цикле по типу </a:t>
            </a:r>
            <a:r>
              <a:rPr lang="ru-RU" sz="2400" dirty="0" err="1"/>
              <a:t>for-each</a:t>
            </a:r>
            <a:r>
              <a:rPr lang="ru-RU" sz="2400" dirty="0"/>
              <a:t>.</a:t>
            </a:r>
          </a:p>
        </p:txBody>
      </p:sp>
      <p:cxnSp>
        <p:nvCxnSpPr>
          <p:cNvPr id="6" name="Straight Connector 5">
            <a:extLst>
              <a:ext uri="{FF2B5EF4-FFF2-40B4-BE49-F238E27FC236}">
                <a16:creationId xmlns:a16="http://schemas.microsoft.com/office/drawing/2014/main" id="{8F31C3B9-4DD4-47A4-8B15-303BCC75086B}"/>
              </a:ext>
            </a:extLst>
          </p:cNvPr>
          <p:cNvCxnSpPr/>
          <p:nvPr/>
        </p:nvCxnSpPr>
        <p:spPr>
          <a:xfrm>
            <a:off x="7605656" y="4141694"/>
            <a:ext cx="0" cy="0"/>
          </a:xfrm>
          <a:prstGeom prst="line">
            <a:avLst/>
          </a:prstGeom>
        </p:spPr>
        <p:style>
          <a:lnRef idx="1">
            <a:schemeClr val="accent1"/>
          </a:lnRef>
          <a:fillRef idx="0">
            <a:schemeClr val="accent1"/>
          </a:fillRef>
          <a:effectRef idx="0">
            <a:schemeClr val="accent1"/>
          </a:effectRef>
          <a:fontRef idx="minor">
            <a:schemeClr val="tx1"/>
          </a:fontRef>
        </p:style>
      </p:cxnSp>
      <p:pic>
        <p:nvPicPr>
          <p:cNvPr id="7172" name="Picture 4" descr="ArrayList vs LinkedList">
            <a:extLst>
              <a:ext uri="{FF2B5EF4-FFF2-40B4-BE49-F238E27FC236}">
                <a16:creationId xmlns:a16="http://schemas.microsoft.com/office/drawing/2014/main" id="{6C6E5C87-1A74-447B-8905-302A5FDFE6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6183" y="2121710"/>
            <a:ext cx="6825817" cy="3515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67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1430C4D-0F6C-4FB5-BED2-43C74413399C}"/>
              </a:ext>
            </a:extLst>
          </p:cNvPr>
          <p:cNvSpPr>
            <a:spLocks noGrp="1"/>
          </p:cNvSpPr>
          <p:nvPr>
            <p:ph type="title"/>
          </p:nvPr>
        </p:nvSpPr>
        <p:spPr/>
        <p:txBody>
          <a:bodyPr>
            <a:normAutofit/>
          </a:bodyPr>
          <a:lstStyle/>
          <a:p>
            <a:r>
              <a:rPr lang="ru-RU" sz="4800" dirty="0"/>
              <a:t>Интерфейс </a:t>
            </a:r>
            <a:r>
              <a:rPr lang="en-US" sz="4800" dirty="0"/>
              <a:t>Collection</a:t>
            </a:r>
            <a:endParaRPr lang="ru-RU" sz="4800" dirty="0"/>
          </a:p>
        </p:txBody>
      </p:sp>
      <p:sp>
        <p:nvSpPr>
          <p:cNvPr id="3" name="Text Placeholder 2"/>
          <p:cNvSpPr>
            <a:spLocks noGrp="1"/>
          </p:cNvSpPr>
          <p:nvPr>
            <p:ph type="body" sz="quarter" idx="4294967295"/>
          </p:nvPr>
        </p:nvSpPr>
        <p:spPr>
          <a:xfrm>
            <a:off x="609600" y="1809739"/>
            <a:ext cx="10972800" cy="4381522"/>
          </a:xfrm>
        </p:spPr>
        <p:txBody>
          <a:bodyPr>
            <a:noAutofit/>
          </a:bodyPr>
          <a:lstStyle/>
          <a:p>
            <a:pPr marL="0" indent="0">
              <a:buNone/>
            </a:pPr>
            <a:r>
              <a:rPr lang="ru-RU" sz="1500" dirty="0"/>
              <a:t>Среди методов интерфейса </a:t>
            </a:r>
            <a:r>
              <a:rPr lang="ru-RU" sz="1500" b="1" dirty="0" err="1"/>
              <a:t>Collection</a:t>
            </a:r>
            <a:r>
              <a:rPr lang="ru-RU" sz="1500" dirty="0"/>
              <a:t> можно выделить следующие:</a:t>
            </a:r>
          </a:p>
          <a:p>
            <a:pPr marL="625475" lvl="1" indent="-285750">
              <a:buFont typeface="Calibri" panose="020F0502020204030204" pitchFamily="34" charset="0"/>
              <a:buChar char="‐"/>
            </a:pPr>
            <a:r>
              <a:rPr lang="ru-RU" sz="1500" b="1" dirty="0" err="1"/>
              <a:t>boolean</a:t>
            </a:r>
            <a:r>
              <a:rPr lang="ru-RU" sz="1500" b="1" dirty="0"/>
              <a:t> </a:t>
            </a:r>
            <a:r>
              <a:rPr lang="ru-RU" sz="1500" b="1" dirty="0" err="1"/>
              <a:t>add</a:t>
            </a:r>
            <a:r>
              <a:rPr lang="ru-RU" sz="1500" b="1" dirty="0"/>
              <a:t> (E </a:t>
            </a:r>
            <a:r>
              <a:rPr lang="ru-RU" sz="1500" b="1" dirty="0" err="1"/>
              <a:t>item</a:t>
            </a:r>
            <a:r>
              <a:rPr lang="ru-RU" sz="1500" b="1" dirty="0"/>
              <a:t>)</a:t>
            </a:r>
            <a:r>
              <a:rPr lang="ru-RU" sz="1500" dirty="0"/>
              <a:t>: добавляет в коллекцию объект </a:t>
            </a:r>
            <a:r>
              <a:rPr lang="ru-RU" sz="1500" dirty="0" err="1"/>
              <a:t>item</a:t>
            </a:r>
            <a:r>
              <a:rPr lang="ru-RU" sz="1500" dirty="0"/>
              <a:t>. При удачном добавлении возвращает </a:t>
            </a:r>
            <a:r>
              <a:rPr lang="ru-RU" sz="1500" dirty="0" err="1"/>
              <a:t>true</a:t>
            </a:r>
            <a:r>
              <a:rPr lang="ru-RU" sz="1500" dirty="0"/>
              <a:t>, при неудачном - </a:t>
            </a:r>
            <a:r>
              <a:rPr lang="ru-RU" sz="1500" dirty="0" err="1"/>
              <a:t>false</a:t>
            </a:r>
            <a:endParaRPr lang="ru-RU" sz="1500" dirty="0"/>
          </a:p>
          <a:p>
            <a:pPr marL="625475" lvl="1" indent="-285750">
              <a:buFont typeface="Calibri" panose="020F0502020204030204" pitchFamily="34" charset="0"/>
              <a:buChar char="‐"/>
            </a:pPr>
            <a:r>
              <a:rPr lang="ru-RU" sz="1500" b="1" dirty="0" err="1"/>
              <a:t>boolean</a:t>
            </a:r>
            <a:r>
              <a:rPr lang="ru-RU" sz="1500" b="1" dirty="0"/>
              <a:t> </a:t>
            </a:r>
            <a:r>
              <a:rPr lang="ru-RU" sz="1500" b="1" dirty="0" err="1"/>
              <a:t>addAll</a:t>
            </a:r>
            <a:r>
              <a:rPr lang="ru-RU" sz="1500" b="1" dirty="0"/>
              <a:t> (</a:t>
            </a:r>
            <a:r>
              <a:rPr lang="ru-RU" sz="1500" b="1" dirty="0" err="1"/>
              <a:t>Collection</a:t>
            </a:r>
            <a:r>
              <a:rPr lang="ru-RU" sz="1500" b="1" dirty="0"/>
              <a:t>&lt;? </a:t>
            </a:r>
            <a:r>
              <a:rPr lang="ru-RU" sz="1500" b="1" dirty="0" err="1"/>
              <a:t>extends</a:t>
            </a:r>
            <a:r>
              <a:rPr lang="ru-RU" sz="1500" b="1" dirty="0"/>
              <a:t> E&gt; </a:t>
            </a:r>
            <a:r>
              <a:rPr lang="ru-RU" sz="1500" b="1" dirty="0" err="1"/>
              <a:t>col</a:t>
            </a:r>
            <a:r>
              <a:rPr lang="ru-RU" sz="1500" b="1" dirty="0"/>
              <a:t>)</a:t>
            </a:r>
            <a:r>
              <a:rPr lang="ru-RU" sz="1500" dirty="0"/>
              <a:t>: добавляет в коллекцию все элементы из коллекции </a:t>
            </a:r>
            <a:r>
              <a:rPr lang="ru-RU" sz="1500" dirty="0" err="1"/>
              <a:t>col</a:t>
            </a:r>
            <a:r>
              <a:rPr lang="ru-RU" sz="1500" dirty="0"/>
              <a:t>. При удачном добавлении возвращает </a:t>
            </a:r>
            <a:r>
              <a:rPr lang="ru-RU" sz="1500" dirty="0" err="1"/>
              <a:t>true</a:t>
            </a:r>
            <a:r>
              <a:rPr lang="ru-RU" sz="1500" dirty="0"/>
              <a:t>, при неудачном - </a:t>
            </a:r>
            <a:r>
              <a:rPr lang="ru-RU" sz="1500" dirty="0" err="1"/>
              <a:t>false</a:t>
            </a:r>
            <a:endParaRPr lang="ru-RU" sz="1500" dirty="0"/>
          </a:p>
          <a:p>
            <a:pPr marL="625475" lvl="1" indent="-285750">
              <a:buFont typeface="Calibri" panose="020F0502020204030204" pitchFamily="34" charset="0"/>
              <a:buChar char="‐"/>
            </a:pPr>
            <a:r>
              <a:rPr lang="ru-RU" sz="1500" b="1" dirty="0"/>
              <a:t>void </a:t>
            </a:r>
            <a:r>
              <a:rPr lang="ru-RU" sz="1500" b="1" dirty="0" err="1"/>
              <a:t>clear</a:t>
            </a:r>
            <a:r>
              <a:rPr lang="ru-RU" sz="1500" b="1" dirty="0"/>
              <a:t> ()</a:t>
            </a:r>
            <a:r>
              <a:rPr lang="ru-RU" sz="1500" dirty="0"/>
              <a:t>: удаляет все элементы из коллекции</a:t>
            </a:r>
          </a:p>
          <a:p>
            <a:pPr marL="625475" lvl="1" indent="-285750">
              <a:buFont typeface="Calibri" panose="020F0502020204030204" pitchFamily="34" charset="0"/>
              <a:buChar char="‐"/>
            </a:pPr>
            <a:r>
              <a:rPr lang="ru-RU" sz="1500" b="1" dirty="0" err="1"/>
              <a:t>boolean</a:t>
            </a:r>
            <a:r>
              <a:rPr lang="ru-RU" sz="1500" b="1" dirty="0"/>
              <a:t> </a:t>
            </a:r>
            <a:r>
              <a:rPr lang="ru-RU" sz="1500" b="1" dirty="0" err="1"/>
              <a:t>contains</a:t>
            </a:r>
            <a:r>
              <a:rPr lang="ru-RU" sz="1500" b="1" dirty="0"/>
              <a:t> (</a:t>
            </a:r>
            <a:r>
              <a:rPr lang="ru-RU" sz="1500" b="1" dirty="0" err="1"/>
              <a:t>Object</a:t>
            </a:r>
            <a:r>
              <a:rPr lang="ru-RU" sz="1500" b="1" dirty="0"/>
              <a:t> </a:t>
            </a:r>
            <a:r>
              <a:rPr lang="ru-RU" sz="1500" b="1" dirty="0" err="1"/>
              <a:t>item</a:t>
            </a:r>
            <a:r>
              <a:rPr lang="ru-RU" sz="1500" b="1" dirty="0"/>
              <a:t>)</a:t>
            </a:r>
            <a:r>
              <a:rPr lang="ru-RU" sz="1500" dirty="0"/>
              <a:t>: возвращает </a:t>
            </a:r>
            <a:r>
              <a:rPr lang="ru-RU" sz="1500" dirty="0" err="1"/>
              <a:t>true</a:t>
            </a:r>
            <a:r>
              <a:rPr lang="ru-RU" sz="1500" dirty="0"/>
              <a:t>, если объект </a:t>
            </a:r>
            <a:r>
              <a:rPr lang="ru-RU" sz="1500" dirty="0" err="1"/>
              <a:t>item</a:t>
            </a:r>
            <a:r>
              <a:rPr lang="ru-RU" sz="1500" dirty="0"/>
              <a:t> содержится в коллекции, иначе возвращает </a:t>
            </a:r>
            <a:r>
              <a:rPr lang="ru-RU" sz="1500" dirty="0" err="1"/>
              <a:t>false</a:t>
            </a:r>
            <a:endParaRPr lang="ru-RU" sz="1500" dirty="0"/>
          </a:p>
          <a:p>
            <a:pPr marL="625475" lvl="1" indent="-285750">
              <a:buFont typeface="Calibri" panose="020F0502020204030204" pitchFamily="34" charset="0"/>
              <a:buChar char="‐"/>
            </a:pPr>
            <a:r>
              <a:rPr lang="ru-RU" sz="1500" b="1" dirty="0" err="1"/>
              <a:t>boolean</a:t>
            </a:r>
            <a:r>
              <a:rPr lang="ru-RU" sz="1500" b="1" dirty="0"/>
              <a:t> </a:t>
            </a:r>
            <a:r>
              <a:rPr lang="ru-RU" sz="1500" b="1" dirty="0" err="1"/>
              <a:t>isEmpty</a:t>
            </a:r>
            <a:r>
              <a:rPr lang="ru-RU" sz="1500" b="1" dirty="0"/>
              <a:t> ()</a:t>
            </a:r>
            <a:r>
              <a:rPr lang="ru-RU" sz="1500" dirty="0"/>
              <a:t>: возвращает </a:t>
            </a:r>
            <a:r>
              <a:rPr lang="ru-RU" sz="1500" dirty="0" err="1"/>
              <a:t>true</a:t>
            </a:r>
            <a:r>
              <a:rPr lang="ru-RU" sz="1500" dirty="0"/>
              <a:t>, если коллекция пуста, иначе возвращает </a:t>
            </a:r>
            <a:r>
              <a:rPr lang="ru-RU" sz="1500" dirty="0" err="1"/>
              <a:t>false</a:t>
            </a:r>
            <a:endParaRPr lang="ru-RU" sz="1500" dirty="0"/>
          </a:p>
          <a:p>
            <a:pPr marL="625475" lvl="1" indent="-285750">
              <a:buFont typeface="Calibri" panose="020F0502020204030204" pitchFamily="34" charset="0"/>
              <a:buChar char="‐"/>
            </a:pPr>
            <a:r>
              <a:rPr lang="ru-RU" sz="1500" b="1" dirty="0" err="1"/>
              <a:t>Iterator</a:t>
            </a:r>
            <a:r>
              <a:rPr lang="ru-RU" sz="1500" b="1" dirty="0"/>
              <a:t>&lt;E&gt; </a:t>
            </a:r>
            <a:r>
              <a:rPr lang="ru-RU" sz="1500" b="1" dirty="0" err="1"/>
              <a:t>iterator</a:t>
            </a:r>
            <a:r>
              <a:rPr lang="ru-RU" sz="1500" b="1" dirty="0"/>
              <a:t> ()</a:t>
            </a:r>
            <a:r>
              <a:rPr lang="ru-RU" sz="1500" dirty="0"/>
              <a:t>: возвращает объект </a:t>
            </a:r>
            <a:r>
              <a:rPr lang="ru-RU" sz="1500" dirty="0" err="1"/>
              <a:t>Iterator</a:t>
            </a:r>
            <a:r>
              <a:rPr lang="ru-RU" sz="1500" dirty="0"/>
              <a:t> для обхода элементов коллекции</a:t>
            </a:r>
          </a:p>
          <a:p>
            <a:pPr marL="625475" lvl="1" indent="-285750">
              <a:buFont typeface="Calibri" panose="020F0502020204030204" pitchFamily="34" charset="0"/>
              <a:buChar char="‐"/>
            </a:pPr>
            <a:r>
              <a:rPr lang="ru-RU" sz="1500" b="1" dirty="0" err="1"/>
              <a:t>boolean</a:t>
            </a:r>
            <a:r>
              <a:rPr lang="ru-RU" sz="1500" b="1" dirty="0"/>
              <a:t> </a:t>
            </a:r>
            <a:r>
              <a:rPr lang="ru-RU" sz="1500" b="1" dirty="0" err="1"/>
              <a:t>remove</a:t>
            </a:r>
            <a:r>
              <a:rPr lang="ru-RU" sz="1500" b="1" dirty="0"/>
              <a:t> (</a:t>
            </a:r>
            <a:r>
              <a:rPr lang="ru-RU" sz="1500" b="1" dirty="0" err="1"/>
              <a:t>Object</a:t>
            </a:r>
            <a:r>
              <a:rPr lang="ru-RU" sz="1500" b="1" dirty="0"/>
              <a:t> </a:t>
            </a:r>
            <a:r>
              <a:rPr lang="ru-RU" sz="1500" b="1" dirty="0" err="1"/>
              <a:t>item</a:t>
            </a:r>
            <a:r>
              <a:rPr lang="ru-RU" sz="1500" b="1" dirty="0"/>
              <a:t>)</a:t>
            </a:r>
            <a:r>
              <a:rPr lang="ru-RU" sz="1500" dirty="0"/>
              <a:t>: возвращает </a:t>
            </a:r>
            <a:r>
              <a:rPr lang="ru-RU" sz="1500" dirty="0" err="1"/>
              <a:t>true</a:t>
            </a:r>
            <a:r>
              <a:rPr lang="ru-RU" sz="1500" dirty="0"/>
              <a:t>, если объект </a:t>
            </a:r>
            <a:r>
              <a:rPr lang="ru-RU" sz="1500" dirty="0" err="1"/>
              <a:t>item</a:t>
            </a:r>
            <a:r>
              <a:rPr lang="ru-RU" sz="1500" dirty="0"/>
              <a:t> удачно удален из коллекции, иначе возвращается </a:t>
            </a:r>
            <a:r>
              <a:rPr lang="ru-RU" sz="1500" dirty="0" err="1"/>
              <a:t>false</a:t>
            </a:r>
            <a:endParaRPr lang="ru-RU" sz="1500" dirty="0"/>
          </a:p>
          <a:p>
            <a:pPr marL="625475" lvl="1" indent="-285750">
              <a:buFont typeface="Calibri" panose="020F0502020204030204" pitchFamily="34" charset="0"/>
              <a:buChar char="‐"/>
            </a:pPr>
            <a:r>
              <a:rPr lang="ru-RU" sz="1500" b="1" dirty="0" err="1"/>
              <a:t>boolean</a:t>
            </a:r>
            <a:r>
              <a:rPr lang="ru-RU" sz="1500" b="1" dirty="0"/>
              <a:t> </a:t>
            </a:r>
            <a:r>
              <a:rPr lang="ru-RU" sz="1500" b="1" dirty="0" err="1"/>
              <a:t>removeAll</a:t>
            </a:r>
            <a:r>
              <a:rPr lang="ru-RU" sz="1500" b="1" dirty="0"/>
              <a:t> (</a:t>
            </a:r>
            <a:r>
              <a:rPr lang="ru-RU" sz="1500" b="1" dirty="0" err="1"/>
              <a:t>Collection</a:t>
            </a:r>
            <a:r>
              <a:rPr lang="ru-RU" sz="1500" b="1" dirty="0"/>
              <a:t>&lt;?&gt; </a:t>
            </a:r>
            <a:r>
              <a:rPr lang="ru-RU" sz="1500" b="1" dirty="0" err="1"/>
              <a:t>col</a:t>
            </a:r>
            <a:r>
              <a:rPr lang="ru-RU" sz="1500" b="1" dirty="0"/>
              <a:t>)</a:t>
            </a:r>
            <a:r>
              <a:rPr lang="ru-RU" sz="1500" dirty="0"/>
              <a:t>: удаляет все объекты коллекции </a:t>
            </a:r>
            <a:r>
              <a:rPr lang="ru-RU" sz="1500" dirty="0" err="1"/>
              <a:t>col</a:t>
            </a:r>
            <a:r>
              <a:rPr lang="ru-RU" sz="1500" dirty="0"/>
              <a:t> из текущей коллекции. Если текущая коллекция изменилась, возвращает </a:t>
            </a:r>
            <a:r>
              <a:rPr lang="ru-RU" sz="1500" dirty="0" err="1"/>
              <a:t>true</a:t>
            </a:r>
            <a:r>
              <a:rPr lang="ru-RU" sz="1500" dirty="0"/>
              <a:t>, иначе возвращается </a:t>
            </a:r>
            <a:r>
              <a:rPr lang="ru-RU" sz="1500" dirty="0" err="1"/>
              <a:t>false</a:t>
            </a:r>
            <a:endParaRPr lang="ru-RU" sz="1500" dirty="0"/>
          </a:p>
          <a:p>
            <a:pPr marL="625475" lvl="1" indent="-285750">
              <a:buFont typeface="Calibri" panose="020F0502020204030204" pitchFamily="34" charset="0"/>
              <a:buChar char="‐"/>
            </a:pPr>
            <a:r>
              <a:rPr lang="ru-RU" sz="1500" b="1" dirty="0" err="1"/>
              <a:t>boolean</a:t>
            </a:r>
            <a:r>
              <a:rPr lang="ru-RU" sz="1500" b="1" dirty="0"/>
              <a:t> </a:t>
            </a:r>
            <a:r>
              <a:rPr lang="ru-RU" sz="1500" b="1" dirty="0" err="1"/>
              <a:t>retainAll</a:t>
            </a:r>
            <a:r>
              <a:rPr lang="ru-RU" sz="1500" b="1" dirty="0"/>
              <a:t> (</a:t>
            </a:r>
            <a:r>
              <a:rPr lang="ru-RU" sz="1500" b="1" dirty="0" err="1"/>
              <a:t>Collection</a:t>
            </a:r>
            <a:r>
              <a:rPr lang="ru-RU" sz="1500" b="1" dirty="0"/>
              <a:t>&lt;?&gt; </a:t>
            </a:r>
            <a:r>
              <a:rPr lang="ru-RU" sz="1500" b="1" dirty="0" err="1"/>
              <a:t>col</a:t>
            </a:r>
            <a:r>
              <a:rPr lang="ru-RU" sz="1500" b="1" dirty="0"/>
              <a:t>)</a:t>
            </a:r>
            <a:r>
              <a:rPr lang="ru-RU" sz="1500" dirty="0"/>
              <a:t>: удаляет все объекты из текущей коллекции, кроме тех, которые содержатся в коллекции </a:t>
            </a:r>
            <a:r>
              <a:rPr lang="ru-RU" sz="1500" dirty="0" err="1"/>
              <a:t>col</a:t>
            </a:r>
            <a:r>
              <a:rPr lang="ru-RU" sz="1500" dirty="0"/>
              <a:t>. Если текущая коллекция после удаления изменилась, возвращает </a:t>
            </a:r>
            <a:r>
              <a:rPr lang="ru-RU" sz="1500" dirty="0" err="1"/>
              <a:t>true</a:t>
            </a:r>
            <a:r>
              <a:rPr lang="ru-RU" sz="1500" dirty="0"/>
              <a:t>, иначе возвращается </a:t>
            </a:r>
            <a:r>
              <a:rPr lang="ru-RU" sz="1500" dirty="0" err="1"/>
              <a:t>false</a:t>
            </a:r>
            <a:endParaRPr lang="ru-RU" sz="1500" dirty="0"/>
          </a:p>
          <a:p>
            <a:pPr marL="625475" lvl="1" indent="-285750">
              <a:buFont typeface="Calibri" panose="020F0502020204030204" pitchFamily="34" charset="0"/>
              <a:buChar char="‐"/>
            </a:pPr>
            <a:r>
              <a:rPr lang="ru-RU" sz="1500" b="1" dirty="0" err="1"/>
              <a:t>int</a:t>
            </a:r>
            <a:r>
              <a:rPr lang="ru-RU" sz="1500" b="1" dirty="0"/>
              <a:t> </a:t>
            </a:r>
            <a:r>
              <a:rPr lang="ru-RU" sz="1500" b="1" dirty="0" err="1"/>
              <a:t>size</a:t>
            </a:r>
            <a:r>
              <a:rPr lang="ru-RU" sz="1500" b="1" dirty="0"/>
              <a:t> ()</a:t>
            </a:r>
            <a:r>
              <a:rPr lang="ru-RU" sz="1500" dirty="0"/>
              <a:t>: возвращает число элементов в коллекции</a:t>
            </a:r>
          </a:p>
          <a:p>
            <a:pPr marL="625475" lvl="1" indent="-285750">
              <a:buFont typeface="Calibri" panose="020F0502020204030204" pitchFamily="34" charset="0"/>
              <a:buChar char="‐"/>
            </a:pPr>
            <a:r>
              <a:rPr lang="ru-RU" sz="1500" b="1" dirty="0" err="1"/>
              <a:t>Object</a:t>
            </a:r>
            <a:r>
              <a:rPr lang="ru-RU" sz="1500" b="1" dirty="0"/>
              <a:t>[] </a:t>
            </a:r>
            <a:r>
              <a:rPr lang="ru-RU" sz="1500" b="1" dirty="0" err="1"/>
              <a:t>toArray</a:t>
            </a:r>
            <a:r>
              <a:rPr lang="ru-RU" sz="1500" b="1" dirty="0"/>
              <a:t> ()</a:t>
            </a:r>
            <a:r>
              <a:rPr lang="ru-RU" sz="1500" dirty="0"/>
              <a:t>: возвращает массив, содержащий все элементы коллекции</a:t>
            </a:r>
          </a:p>
        </p:txBody>
      </p:sp>
    </p:spTree>
    <p:extLst>
      <p:ext uri="{BB962C8B-B14F-4D97-AF65-F5344CB8AC3E}">
        <p14:creationId xmlns:p14="http://schemas.microsoft.com/office/powerpoint/2010/main" val="3296877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E48611A-72A5-44DE-AFCD-063442ED47E5}"/>
              </a:ext>
            </a:extLst>
          </p:cNvPr>
          <p:cNvSpPr>
            <a:spLocks noGrp="1"/>
          </p:cNvSpPr>
          <p:nvPr>
            <p:ph type="title"/>
          </p:nvPr>
        </p:nvSpPr>
        <p:spPr/>
        <p:txBody>
          <a:bodyPr/>
          <a:lstStyle/>
          <a:p>
            <a:r>
              <a:rPr lang="ru-RU" dirty="0"/>
              <a:t>Итератор</a:t>
            </a:r>
          </a:p>
        </p:txBody>
      </p:sp>
      <p:sp>
        <p:nvSpPr>
          <p:cNvPr id="3" name="Text Placeholder 2"/>
          <p:cNvSpPr>
            <a:spLocks noGrp="1"/>
          </p:cNvSpPr>
          <p:nvPr>
            <p:ph type="body" sz="quarter" idx="4294967295"/>
          </p:nvPr>
        </p:nvSpPr>
        <p:spPr>
          <a:xfrm>
            <a:off x="609600" y="1682761"/>
            <a:ext cx="10706100" cy="4018792"/>
          </a:xfrm>
        </p:spPr>
        <p:txBody>
          <a:bodyPr>
            <a:normAutofit fontScale="47500" lnSpcReduction="20000"/>
          </a:bodyPr>
          <a:lstStyle/>
          <a:p>
            <a:r>
              <a:rPr lang="ru-RU" dirty="0"/>
              <a:t>Одним из ключевых методов интерфейса </a:t>
            </a:r>
            <a:r>
              <a:rPr lang="ru-RU" b="1" dirty="0"/>
              <a:t>Collection</a:t>
            </a:r>
            <a:r>
              <a:rPr lang="ru-RU" dirty="0"/>
              <a:t> является метод </a:t>
            </a:r>
            <a:r>
              <a:rPr lang="ru-RU" b="1" dirty="0"/>
              <a:t>Iterator&lt;E&gt; iterator()</a:t>
            </a:r>
            <a:r>
              <a:rPr lang="ru-RU" dirty="0"/>
              <a:t>. Он возвращает итератор - то есть объект, реализующий интерфейс Iterator.</a:t>
            </a:r>
            <a:endParaRPr lang="en-US" dirty="0"/>
          </a:p>
          <a:p>
            <a:endParaRPr lang="en-US" dirty="0"/>
          </a:p>
          <a:p>
            <a:endParaRPr lang="en-US" dirty="0"/>
          </a:p>
          <a:p>
            <a:endParaRPr lang="en-US" dirty="0"/>
          </a:p>
          <a:p>
            <a:endParaRPr lang="en-US" dirty="0"/>
          </a:p>
          <a:p>
            <a:r>
              <a:rPr lang="ru-RU" dirty="0"/>
              <a:t>Реализация интерфейса предполагает, что с помощью вызова метода </a:t>
            </a:r>
            <a:r>
              <a:rPr lang="ru-RU" b="1" dirty="0"/>
              <a:t>next</a:t>
            </a:r>
            <a:r>
              <a:rPr lang="ru-RU" dirty="0"/>
              <a:t>() можно получить следующий элемент. </a:t>
            </a:r>
            <a:endParaRPr lang="en-US" dirty="0"/>
          </a:p>
          <a:p>
            <a:r>
              <a:rPr lang="ru-RU" dirty="0"/>
              <a:t>С помощью метода </a:t>
            </a:r>
            <a:r>
              <a:rPr lang="ru-RU" b="1" dirty="0"/>
              <a:t>hasNext</a:t>
            </a:r>
            <a:r>
              <a:rPr lang="ru-RU" dirty="0"/>
              <a:t>() можно узнать, есть ли следующий элемент, и не достигнут ли конец коллекции. И если элементы еще имеются, то </a:t>
            </a:r>
            <a:r>
              <a:rPr lang="ru-RU" b="1" dirty="0"/>
              <a:t>hasNext</a:t>
            </a:r>
            <a:r>
              <a:rPr lang="ru-RU" dirty="0"/>
              <a:t>() вернет значение </a:t>
            </a:r>
            <a:r>
              <a:rPr lang="ru-RU" b="1" dirty="0"/>
              <a:t>true</a:t>
            </a:r>
            <a:r>
              <a:rPr lang="ru-RU" dirty="0"/>
              <a:t>. Метод </a:t>
            </a:r>
            <a:r>
              <a:rPr lang="ru-RU" b="1" dirty="0"/>
              <a:t>hasNext</a:t>
            </a:r>
            <a:r>
              <a:rPr lang="ru-RU" dirty="0"/>
              <a:t>() следует вызывать перед методом </a:t>
            </a:r>
            <a:r>
              <a:rPr lang="ru-RU" b="1" dirty="0"/>
              <a:t>next</a:t>
            </a:r>
            <a:r>
              <a:rPr lang="ru-RU" dirty="0"/>
              <a:t>(), так как при достижении конца коллекции метод </a:t>
            </a:r>
            <a:r>
              <a:rPr lang="ru-RU" b="1" dirty="0"/>
              <a:t>next</a:t>
            </a:r>
            <a:r>
              <a:rPr lang="ru-RU" dirty="0"/>
              <a:t>() выбрасывает исключение </a:t>
            </a:r>
            <a:r>
              <a:rPr lang="ru-RU" b="1" dirty="0"/>
              <a:t>NoSuchElementException</a:t>
            </a:r>
            <a:r>
              <a:rPr lang="ru-RU" dirty="0"/>
              <a:t>. </a:t>
            </a:r>
            <a:endParaRPr lang="en-US" dirty="0"/>
          </a:p>
          <a:p>
            <a:r>
              <a:rPr lang="ru-RU" dirty="0"/>
              <a:t>И метод </a:t>
            </a:r>
            <a:r>
              <a:rPr lang="ru-RU" b="1" dirty="0"/>
              <a:t>remove</a:t>
            </a:r>
            <a:r>
              <a:rPr lang="ru-RU" dirty="0"/>
              <a:t>() удаляет текущий элемент, который был получен последним вызовом </a:t>
            </a:r>
            <a:r>
              <a:rPr lang="ru-RU" b="1" dirty="0"/>
              <a:t>next</a:t>
            </a:r>
            <a:r>
              <a:rPr lang="ru-RU" dirty="0"/>
              <a:t>().</a:t>
            </a:r>
          </a:p>
        </p:txBody>
      </p:sp>
      <p:pic>
        <p:nvPicPr>
          <p:cNvPr id="5" name="Picture 4"/>
          <p:cNvPicPr>
            <a:picLocks noChangeAspect="1"/>
          </p:cNvPicPr>
          <p:nvPr/>
        </p:nvPicPr>
        <p:blipFill rotWithShape="1">
          <a:blip r:embed="rId2"/>
          <a:srcRect l="14568" t="70834" r="17789" b="13151"/>
          <a:stretch/>
        </p:blipFill>
        <p:spPr>
          <a:xfrm>
            <a:off x="1132577" y="2257425"/>
            <a:ext cx="8801101" cy="1171575"/>
          </a:xfrm>
          <a:prstGeom prst="rect">
            <a:avLst/>
          </a:prstGeom>
        </p:spPr>
      </p:pic>
    </p:spTree>
    <p:extLst>
      <p:ext uri="{BB962C8B-B14F-4D97-AF65-F5344CB8AC3E}">
        <p14:creationId xmlns:p14="http://schemas.microsoft.com/office/powerpoint/2010/main" val="1047797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p:txBody>
          <a:bodyPr>
            <a:normAutofit/>
          </a:bodyPr>
          <a:lstStyle/>
          <a:p>
            <a:r>
              <a:rPr lang="ru-RU" dirty="0"/>
              <a:t>Интерфейс List</a:t>
            </a:r>
          </a:p>
        </p:txBody>
      </p:sp>
      <p:sp>
        <p:nvSpPr>
          <p:cNvPr id="3" name="Text Placeholder 2"/>
          <p:cNvSpPr>
            <a:spLocks noGrp="1"/>
          </p:cNvSpPr>
          <p:nvPr>
            <p:ph type="body" sz="quarter" idx="4294967295"/>
          </p:nvPr>
        </p:nvSpPr>
        <p:spPr>
          <a:xfrm>
            <a:off x="609599" y="1809739"/>
            <a:ext cx="10972799" cy="4279089"/>
          </a:xfrm>
        </p:spPr>
        <p:txBody>
          <a:bodyPr>
            <a:noAutofit/>
          </a:bodyPr>
          <a:lstStyle/>
          <a:p>
            <a:pPr marL="285750" indent="-285750">
              <a:buFont typeface="Arial" panose="020B0604020202020204" pitchFamily="34" charset="0"/>
              <a:buChar char="•"/>
            </a:pPr>
            <a:r>
              <a:rPr lang="ru-RU" sz="2600" b="1" dirty="0"/>
              <a:t>List</a:t>
            </a:r>
            <a:r>
              <a:rPr lang="ru-RU" sz="2600" dirty="0"/>
              <a:t>: наследует интерфейс Collection и представляет функциональность простых списков</a:t>
            </a:r>
          </a:p>
          <a:p>
            <a:pPr marL="285750" indent="-285750">
              <a:buFont typeface="Arial" panose="020B0604020202020204" pitchFamily="34" charset="0"/>
              <a:buChar char="•"/>
            </a:pPr>
            <a:r>
              <a:rPr lang="ru-RU" sz="2600" dirty="0"/>
              <a:t>Методы:</a:t>
            </a:r>
          </a:p>
          <a:p>
            <a:pPr lvl="1" algn="just">
              <a:spcBef>
                <a:spcPts val="360"/>
              </a:spcBef>
              <a:tabLst>
                <a:tab pos="0" algn="l"/>
              </a:tabLst>
            </a:pPr>
            <a:r>
              <a:rPr lang="ru-RU" sz="1300" b="1" spc="-1" dirty="0">
                <a:solidFill>
                  <a:srgbClr val="244061"/>
                </a:solidFill>
              </a:rPr>
              <a:t>void </a:t>
            </a:r>
            <a:r>
              <a:rPr lang="ru-RU" sz="1300" b="1" spc="-1" dirty="0" err="1">
                <a:solidFill>
                  <a:srgbClr val="244061"/>
                </a:solidFill>
              </a:rPr>
              <a:t>add</a:t>
            </a:r>
            <a:r>
              <a:rPr lang="ru-RU" sz="1300" b="1" spc="-1" dirty="0">
                <a:solidFill>
                  <a:srgbClr val="244061"/>
                </a:solidFill>
              </a:rPr>
              <a:t>(</a:t>
            </a:r>
            <a:r>
              <a:rPr lang="ru-RU" sz="1300" b="1" spc="-1" dirty="0" err="1">
                <a:solidFill>
                  <a:srgbClr val="244061"/>
                </a:solidFill>
              </a:rPr>
              <a:t>int</a:t>
            </a:r>
            <a:r>
              <a:rPr lang="ru-RU" sz="1300" b="1" spc="-1" dirty="0">
                <a:solidFill>
                  <a:srgbClr val="244061"/>
                </a:solidFill>
              </a:rPr>
              <a:t> </a:t>
            </a:r>
            <a:r>
              <a:rPr lang="ru-RU" sz="1300" b="1" spc="-1" dirty="0" err="1">
                <a:solidFill>
                  <a:srgbClr val="244061"/>
                </a:solidFill>
              </a:rPr>
              <a:t>index</a:t>
            </a:r>
            <a:r>
              <a:rPr lang="ru-RU" sz="1300" b="1" spc="-1" dirty="0">
                <a:solidFill>
                  <a:srgbClr val="244061"/>
                </a:solidFill>
              </a:rPr>
              <a:t>, E </a:t>
            </a:r>
            <a:r>
              <a:rPr lang="ru-RU" sz="1300" b="1" spc="-1" dirty="0" err="1">
                <a:solidFill>
                  <a:srgbClr val="244061"/>
                </a:solidFill>
              </a:rPr>
              <a:t>obj</a:t>
            </a:r>
            <a:r>
              <a:rPr lang="ru-RU" sz="1300" b="1" spc="-1" dirty="0">
                <a:solidFill>
                  <a:srgbClr val="244061"/>
                </a:solidFill>
              </a:rPr>
              <a:t>)</a:t>
            </a:r>
            <a:r>
              <a:rPr lang="ru-RU" sz="1300" spc="-1" dirty="0">
                <a:solidFill>
                  <a:srgbClr val="244061"/>
                </a:solidFill>
              </a:rPr>
              <a:t>: добавляет в список по индексу </a:t>
            </a:r>
            <a:r>
              <a:rPr lang="ru-RU" sz="1300" spc="-1" dirty="0" err="1">
                <a:solidFill>
                  <a:srgbClr val="244061"/>
                </a:solidFill>
              </a:rPr>
              <a:t>index</a:t>
            </a:r>
            <a:r>
              <a:rPr lang="ru-RU" sz="1300" spc="-1" dirty="0">
                <a:solidFill>
                  <a:srgbClr val="244061"/>
                </a:solidFill>
              </a:rPr>
              <a:t> объект </a:t>
            </a:r>
            <a:r>
              <a:rPr lang="ru-RU" sz="1300" spc="-1" dirty="0" err="1">
                <a:solidFill>
                  <a:srgbClr val="244061"/>
                </a:solidFill>
              </a:rPr>
              <a:t>obj</a:t>
            </a:r>
            <a:endParaRPr lang="ru-RU" sz="1300" spc="-1" dirty="0">
              <a:solidFill>
                <a:srgbClr val="000000"/>
              </a:solidFill>
            </a:endParaRPr>
          </a:p>
          <a:p>
            <a:pPr lvl="1" algn="just">
              <a:spcBef>
                <a:spcPts val="360"/>
              </a:spcBef>
              <a:tabLst>
                <a:tab pos="0" algn="l"/>
              </a:tabLst>
            </a:pPr>
            <a:r>
              <a:rPr lang="ru-RU" sz="1300" b="1" spc="-1" dirty="0" err="1">
                <a:solidFill>
                  <a:srgbClr val="244061"/>
                </a:solidFill>
              </a:rPr>
              <a:t>boolean</a:t>
            </a:r>
            <a:r>
              <a:rPr lang="ru-RU" sz="1300" b="1" spc="-1" dirty="0">
                <a:solidFill>
                  <a:srgbClr val="244061"/>
                </a:solidFill>
              </a:rPr>
              <a:t> </a:t>
            </a:r>
            <a:r>
              <a:rPr lang="ru-RU" sz="1300" b="1" spc="-1" dirty="0" err="1">
                <a:solidFill>
                  <a:srgbClr val="244061"/>
                </a:solidFill>
              </a:rPr>
              <a:t>addAll</a:t>
            </a:r>
            <a:r>
              <a:rPr lang="ru-RU" sz="1300" b="1" spc="-1" dirty="0">
                <a:solidFill>
                  <a:srgbClr val="244061"/>
                </a:solidFill>
              </a:rPr>
              <a:t>(</a:t>
            </a:r>
            <a:r>
              <a:rPr lang="ru-RU" sz="1300" b="1" spc="-1" dirty="0" err="1">
                <a:solidFill>
                  <a:srgbClr val="244061"/>
                </a:solidFill>
              </a:rPr>
              <a:t>int</a:t>
            </a:r>
            <a:r>
              <a:rPr lang="ru-RU" sz="1300" b="1" spc="-1" dirty="0">
                <a:solidFill>
                  <a:srgbClr val="244061"/>
                </a:solidFill>
              </a:rPr>
              <a:t> </a:t>
            </a:r>
            <a:r>
              <a:rPr lang="ru-RU" sz="1300" b="1" spc="-1" dirty="0" err="1">
                <a:solidFill>
                  <a:srgbClr val="244061"/>
                </a:solidFill>
              </a:rPr>
              <a:t>index</a:t>
            </a:r>
            <a:r>
              <a:rPr lang="ru-RU" sz="1300" b="1" spc="-1" dirty="0">
                <a:solidFill>
                  <a:srgbClr val="244061"/>
                </a:solidFill>
              </a:rPr>
              <a:t>, </a:t>
            </a:r>
            <a:r>
              <a:rPr lang="ru-RU" sz="1300" b="1" spc="-1" dirty="0" err="1">
                <a:solidFill>
                  <a:srgbClr val="244061"/>
                </a:solidFill>
              </a:rPr>
              <a:t>Collection</a:t>
            </a:r>
            <a:r>
              <a:rPr lang="ru-RU" sz="1300" b="1" spc="-1" dirty="0">
                <a:solidFill>
                  <a:srgbClr val="244061"/>
                </a:solidFill>
              </a:rPr>
              <a:t>&lt;? </a:t>
            </a:r>
            <a:r>
              <a:rPr lang="ru-RU" sz="1300" b="1" spc="-1" dirty="0" err="1">
                <a:solidFill>
                  <a:srgbClr val="244061"/>
                </a:solidFill>
              </a:rPr>
              <a:t>extends</a:t>
            </a:r>
            <a:r>
              <a:rPr lang="ru-RU" sz="1300" b="1" spc="-1" dirty="0">
                <a:solidFill>
                  <a:srgbClr val="244061"/>
                </a:solidFill>
              </a:rPr>
              <a:t> E&gt; </a:t>
            </a:r>
            <a:r>
              <a:rPr lang="ru-RU" sz="1300" b="1" spc="-1" dirty="0" err="1">
                <a:solidFill>
                  <a:srgbClr val="244061"/>
                </a:solidFill>
              </a:rPr>
              <a:t>col</a:t>
            </a:r>
            <a:r>
              <a:rPr lang="ru-RU" sz="1300" b="1" spc="-1" dirty="0">
                <a:solidFill>
                  <a:srgbClr val="244061"/>
                </a:solidFill>
              </a:rPr>
              <a:t>)</a:t>
            </a:r>
            <a:r>
              <a:rPr lang="ru-RU" sz="1300" spc="-1" dirty="0">
                <a:solidFill>
                  <a:srgbClr val="244061"/>
                </a:solidFill>
              </a:rPr>
              <a:t>: добавляет в список по индексу </a:t>
            </a:r>
            <a:r>
              <a:rPr lang="ru-RU" sz="1300" spc="-1" dirty="0" err="1">
                <a:solidFill>
                  <a:srgbClr val="244061"/>
                </a:solidFill>
              </a:rPr>
              <a:t>index</a:t>
            </a:r>
            <a:r>
              <a:rPr lang="ru-RU" sz="1300" spc="-1" dirty="0">
                <a:solidFill>
                  <a:srgbClr val="244061"/>
                </a:solidFill>
              </a:rPr>
              <a:t> все элементы коллекции </a:t>
            </a:r>
            <a:r>
              <a:rPr lang="ru-RU" sz="1300" spc="-1" dirty="0" err="1">
                <a:solidFill>
                  <a:srgbClr val="244061"/>
                </a:solidFill>
              </a:rPr>
              <a:t>col</a:t>
            </a:r>
            <a:r>
              <a:rPr lang="ru-RU" sz="1300" spc="-1" dirty="0">
                <a:solidFill>
                  <a:srgbClr val="244061"/>
                </a:solidFill>
              </a:rPr>
              <a:t>. Если в результате добавления список был изменен, то возвращается </a:t>
            </a:r>
            <a:r>
              <a:rPr lang="ru-RU" sz="1300" spc="-1" dirty="0" err="1">
                <a:solidFill>
                  <a:srgbClr val="244061"/>
                </a:solidFill>
              </a:rPr>
              <a:t>true</a:t>
            </a:r>
            <a:r>
              <a:rPr lang="ru-RU" sz="1300" spc="-1" dirty="0">
                <a:solidFill>
                  <a:srgbClr val="244061"/>
                </a:solidFill>
              </a:rPr>
              <a:t>, иначе возвращается </a:t>
            </a:r>
            <a:r>
              <a:rPr lang="ru-RU" sz="1300" spc="-1" dirty="0" err="1">
                <a:solidFill>
                  <a:srgbClr val="244061"/>
                </a:solidFill>
              </a:rPr>
              <a:t>false</a:t>
            </a:r>
            <a:endParaRPr lang="ru-RU" sz="1300" spc="-1" dirty="0">
              <a:solidFill>
                <a:srgbClr val="000000"/>
              </a:solidFill>
            </a:endParaRPr>
          </a:p>
          <a:p>
            <a:pPr lvl="1" algn="just">
              <a:spcBef>
                <a:spcPts val="360"/>
              </a:spcBef>
              <a:tabLst>
                <a:tab pos="0" algn="l"/>
              </a:tabLst>
            </a:pPr>
            <a:r>
              <a:rPr lang="ru-RU" sz="1300" b="1" spc="-1" dirty="0">
                <a:solidFill>
                  <a:srgbClr val="244061"/>
                </a:solidFill>
              </a:rPr>
              <a:t>E </a:t>
            </a:r>
            <a:r>
              <a:rPr lang="ru-RU" sz="1300" b="1" spc="-1" dirty="0" err="1">
                <a:solidFill>
                  <a:srgbClr val="244061"/>
                </a:solidFill>
              </a:rPr>
              <a:t>get</a:t>
            </a:r>
            <a:r>
              <a:rPr lang="ru-RU" sz="1300" b="1" spc="-1" dirty="0">
                <a:solidFill>
                  <a:srgbClr val="244061"/>
                </a:solidFill>
              </a:rPr>
              <a:t>(</a:t>
            </a:r>
            <a:r>
              <a:rPr lang="ru-RU" sz="1300" b="1" spc="-1" dirty="0" err="1">
                <a:solidFill>
                  <a:srgbClr val="244061"/>
                </a:solidFill>
              </a:rPr>
              <a:t>int</a:t>
            </a:r>
            <a:r>
              <a:rPr lang="ru-RU" sz="1300" b="1" spc="-1" dirty="0">
                <a:solidFill>
                  <a:srgbClr val="244061"/>
                </a:solidFill>
              </a:rPr>
              <a:t> </a:t>
            </a:r>
            <a:r>
              <a:rPr lang="ru-RU" sz="1300" b="1" spc="-1" dirty="0" err="1">
                <a:solidFill>
                  <a:srgbClr val="244061"/>
                </a:solidFill>
              </a:rPr>
              <a:t>index</a:t>
            </a:r>
            <a:r>
              <a:rPr lang="ru-RU" sz="1300" b="1" spc="-1" dirty="0">
                <a:solidFill>
                  <a:srgbClr val="244061"/>
                </a:solidFill>
              </a:rPr>
              <a:t>)</a:t>
            </a:r>
            <a:r>
              <a:rPr lang="ru-RU" sz="1300" spc="-1" dirty="0">
                <a:solidFill>
                  <a:srgbClr val="244061"/>
                </a:solidFill>
              </a:rPr>
              <a:t>: возвращает объект из списка по индексу </a:t>
            </a:r>
            <a:r>
              <a:rPr lang="ru-RU" sz="1300" spc="-1" dirty="0" err="1">
                <a:solidFill>
                  <a:srgbClr val="244061"/>
                </a:solidFill>
              </a:rPr>
              <a:t>index</a:t>
            </a:r>
            <a:endParaRPr lang="ru-RU" sz="1300" spc="-1" dirty="0">
              <a:solidFill>
                <a:srgbClr val="000000"/>
              </a:solidFill>
            </a:endParaRPr>
          </a:p>
          <a:p>
            <a:pPr lvl="1" algn="just">
              <a:spcBef>
                <a:spcPts val="360"/>
              </a:spcBef>
              <a:tabLst>
                <a:tab pos="0" algn="l"/>
              </a:tabLst>
            </a:pPr>
            <a:r>
              <a:rPr lang="ru-RU" sz="1300" b="1" spc="-1" dirty="0" err="1">
                <a:solidFill>
                  <a:srgbClr val="244061"/>
                </a:solidFill>
              </a:rPr>
              <a:t>int</a:t>
            </a:r>
            <a:r>
              <a:rPr lang="ru-RU" sz="1300" b="1" spc="-1" dirty="0">
                <a:solidFill>
                  <a:srgbClr val="244061"/>
                </a:solidFill>
              </a:rPr>
              <a:t> </a:t>
            </a:r>
            <a:r>
              <a:rPr lang="ru-RU" sz="1300" b="1" spc="-1" dirty="0" err="1">
                <a:solidFill>
                  <a:srgbClr val="244061"/>
                </a:solidFill>
              </a:rPr>
              <a:t>indexOf</a:t>
            </a:r>
            <a:r>
              <a:rPr lang="ru-RU" sz="1300" b="1" spc="-1" dirty="0">
                <a:solidFill>
                  <a:srgbClr val="244061"/>
                </a:solidFill>
              </a:rPr>
              <a:t>(</a:t>
            </a:r>
            <a:r>
              <a:rPr lang="ru-RU" sz="1300" b="1" spc="-1" dirty="0" err="1">
                <a:solidFill>
                  <a:srgbClr val="244061"/>
                </a:solidFill>
              </a:rPr>
              <a:t>Object</a:t>
            </a:r>
            <a:r>
              <a:rPr lang="ru-RU" sz="1300" b="1" spc="-1" dirty="0">
                <a:solidFill>
                  <a:srgbClr val="244061"/>
                </a:solidFill>
              </a:rPr>
              <a:t> </a:t>
            </a:r>
            <a:r>
              <a:rPr lang="ru-RU" sz="1300" b="1" spc="-1" dirty="0" err="1">
                <a:solidFill>
                  <a:srgbClr val="244061"/>
                </a:solidFill>
              </a:rPr>
              <a:t>obj</a:t>
            </a:r>
            <a:r>
              <a:rPr lang="ru-RU" sz="1300" b="1" spc="-1" dirty="0">
                <a:solidFill>
                  <a:srgbClr val="244061"/>
                </a:solidFill>
              </a:rPr>
              <a:t>)</a:t>
            </a:r>
            <a:r>
              <a:rPr lang="ru-RU" sz="1300" spc="-1" dirty="0">
                <a:solidFill>
                  <a:srgbClr val="244061"/>
                </a:solidFill>
              </a:rPr>
              <a:t>: возвращает индекс первого вхождения объекта </a:t>
            </a:r>
            <a:r>
              <a:rPr lang="ru-RU" sz="1300" spc="-1" dirty="0" err="1">
                <a:solidFill>
                  <a:srgbClr val="244061"/>
                </a:solidFill>
              </a:rPr>
              <a:t>obj</a:t>
            </a:r>
            <a:r>
              <a:rPr lang="ru-RU" sz="1300" spc="-1" dirty="0">
                <a:solidFill>
                  <a:srgbClr val="244061"/>
                </a:solidFill>
              </a:rPr>
              <a:t> в список. Если объект не найден, то возвращается -1</a:t>
            </a:r>
          </a:p>
          <a:p>
            <a:pPr lvl="1" algn="just">
              <a:spcBef>
                <a:spcPts val="360"/>
              </a:spcBef>
              <a:tabLst>
                <a:tab pos="0" algn="l"/>
              </a:tabLst>
            </a:pPr>
            <a:r>
              <a:rPr lang="ru-RU" sz="1300" b="1" spc="-1" dirty="0" err="1">
                <a:solidFill>
                  <a:srgbClr val="244061"/>
                </a:solidFill>
              </a:rPr>
              <a:t>int</a:t>
            </a:r>
            <a:r>
              <a:rPr lang="ru-RU" sz="1300" b="1" spc="-1" dirty="0">
                <a:solidFill>
                  <a:srgbClr val="244061"/>
                </a:solidFill>
              </a:rPr>
              <a:t> </a:t>
            </a:r>
            <a:r>
              <a:rPr lang="ru-RU" sz="1300" b="1" spc="-1" dirty="0" err="1">
                <a:solidFill>
                  <a:srgbClr val="244061"/>
                </a:solidFill>
              </a:rPr>
              <a:t>lastIndexOf</a:t>
            </a:r>
            <a:r>
              <a:rPr lang="ru-RU" sz="1300" b="1" spc="-1" dirty="0">
                <a:solidFill>
                  <a:srgbClr val="244061"/>
                </a:solidFill>
              </a:rPr>
              <a:t>(</a:t>
            </a:r>
            <a:r>
              <a:rPr lang="ru-RU" sz="1300" b="1" spc="-1" dirty="0" err="1">
                <a:solidFill>
                  <a:srgbClr val="244061"/>
                </a:solidFill>
              </a:rPr>
              <a:t>Object</a:t>
            </a:r>
            <a:r>
              <a:rPr lang="ru-RU" sz="1300" b="1" spc="-1" dirty="0">
                <a:solidFill>
                  <a:srgbClr val="244061"/>
                </a:solidFill>
              </a:rPr>
              <a:t> </a:t>
            </a:r>
            <a:r>
              <a:rPr lang="ru-RU" sz="1300" b="1" spc="-1" dirty="0" err="1">
                <a:solidFill>
                  <a:srgbClr val="244061"/>
                </a:solidFill>
              </a:rPr>
              <a:t>obj</a:t>
            </a:r>
            <a:r>
              <a:rPr lang="ru-RU" sz="1300" b="1" spc="-1" dirty="0">
                <a:solidFill>
                  <a:srgbClr val="244061"/>
                </a:solidFill>
              </a:rPr>
              <a:t>)</a:t>
            </a:r>
            <a:r>
              <a:rPr lang="ru-RU" sz="1300" spc="-1" dirty="0">
                <a:solidFill>
                  <a:srgbClr val="244061"/>
                </a:solidFill>
              </a:rPr>
              <a:t>: возвращает индекс последнего вхождения объекта </a:t>
            </a:r>
            <a:r>
              <a:rPr lang="ru-RU" sz="1300" spc="-1" dirty="0" err="1">
                <a:solidFill>
                  <a:srgbClr val="244061"/>
                </a:solidFill>
              </a:rPr>
              <a:t>obj</a:t>
            </a:r>
            <a:r>
              <a:rPr lang="ru-RU" sz="1300" spc="-1" dirty="0">
                <a:solidFill>
                  <a:srgbClr val="244061"/>
                </a:solidFill>
              </a:rPr>
              <a:t> в список. Если объект не найден, то возвращается -1</a:t>
            </a:r>
            <a:endParaRPr lang="ru-RU" sz="1300" spc="-1" dirty="0">
              <a:solidFill>
                <a:srgbClr val="000000"/>
              </a:solidFill>
            </a:endParaRPr>
          </a:p>
          <a:p>
            <a:pPr lvl="1" algn="just">
              <a:spcBef>
                <a:spcPts val="360"/>
              </a:spcBef>
              <a:tabLst>
                <a:tab pos="0" algn="l"/>
              </a:tabLst>
            </a:pPr>
            <a:r>
              <a:rPr lang="ru-RU" sz="1300" b="1" spc="-1" dirty="0" err="1">
                <a:solidFill>
                  <a:srgbClr val="244061"/>
                </a:solidFill>
              </a:rPr>
              <a:t>ListIterator</a:t>
            </a:r>
            <a:r>
              <a:rPr lang="ru-RU" sz="1300" b="1" spc="-1" dirty="0">
                <a:solidFill>
                  <a:srgbClr val="244061"/>
                </a:solidFill>
              </a:rPr>
              <a:t>&lt;E&gt; </a:t>
            </a:r>
            <a:r>
              <a:rPr lang="ru-RU" sz="1300" b="1" spc="-1" dirty="0" err="1">
                <a:solidFill>
                  <a:srgbClr val="244061"/>
                </a:solidFill>
              </a:rPr>
              <a:t>listIterator</a:t>
            </a:r>
            <a:r>
              <a:rPr lang="ru-RU" sz="1300" b="1" spc="-1" dirty="0">
                <a:solidFill>
                  <a:srgbClr val="244061"/>
                </a:solidFill>
              </a:rPr>
              <a:t> ()</a:t>
            </a:r>
            <a:r>
              <a:rPr lang="ru-RU" sz="1300" spc="-1" dirty="0">
                <a:solidFill>
                  <a:srgbClr val="244061"/>
                </a:solidFill>
              </a:rPr>
              <a:t>: возвращает объект </a:t>
            </a:r>
            <a:r>
              <a:rPr lang="ru-RU" sz="1300" spc="-1" dirty="0" err="1">
                <a:solidFill>
                  <a:srgbClr val="244061"/>
                </a:solidFill>
              </a:rPr>
              <a:t>ListIterator</a:t>
            </a:r>
            <a:r>
              <a:rPr lang="ru-RU" sz="1300" spc="-1" dirty="0">
                <a:solidFill>
                  <a:srgbClr val="244061"/>
                </a:solidFill>
              </a:rPr>
              <a:t> для обхода элементов списка</a:t>
            </a:r>
            <a:endParaRPr lang="ru-RU" sz="1300" spc="-1" dirty="0">
              <a:solidFill>
                <a:srgbClr val="000000"/>
              </a:solidFill>
            </a:endParaRPr>
          </a:p>
          <a:p>
            <a:pPr lvl="1" algn="just">
              <a:spcBef>
                <a:spcPts val="360"/>
              </a:spcBef>
              <a:tabLst>
                <a:tab pos="0" algn="l"/>
              </a:tabLst>
            </a:pPr>
            <a:r>
              <a:rPr lang="ru-RU" sz="1300" b="1" spc="-1" dirty="0">
                <a:solidFill>
                  <a:srgbClr val="244061"/>
                </a:solidFill>
              </a:rPr>
              <a:t>static &lt;E&gt; List&lt;E&gt; </a:t>
            </a:r>
            <a:r>
              <a:rPr lang="ru-RU" sz="1300" b="1" spc="-1" dirty="0" err="1">
                <a:solidFill>
                  <a:srgbClr val="244061"/>
                </a:solidFill>
              </a:rPr>
              <a:t>of</a:t>
            </a:r>
            <a:r>
              <a:rPr lang="ru-RU" sz="1300" b="1" spc="-1" dirty="0">
                <a:solidFill>
                  <a:srgbClr val="244061"/>
                </a:solidFill>
              </a:rPr>
              <a:t>(элементы)</a:t>
            </a:r>
            <a:r>
              <a:rPr lang="ru-RU" sz="1300" spc="-1" dirty="0">
                <a:solidFill>
                  <a:srgbClr val="244061"/>
                </a:solidFill>
              </a:rPr>
              <a:t>: создает из набора элементов объект </a:t>
            </a:r>
            <a:r>
              <a:rPr lang="en-US" sz="1300" spc="-1" dirty="0">
                <a:solidFill>
                  <a:srgbClr val="244061"/>
                </a:solidFill>
              </a:rPr>
              <a:t>List</a:t>
            </a:r>
            <a:endParaRPr lang="ru-RU" sz="1300" spc="-1" dirty="0">
              <a:solidFill>
                <a:srgbClr val="000000"/>
              </a:solidFill>
            </a:endParaRPr>
          </a:p>
          <a:p>
            <a:pPr lvl="1" algn="just">
              <a:spcBef>
                <a:spcPts val="360"/>
              </a:spcBef>
              <a:tabLst>
                <a:tab pos="0" algn="l"/>
              </a:tabLst>
            </a:pPr>
            <a:r>
              <a:rPr lang="ru-RU" sz="1300" b="1" spc="-1" dirty="0">
                <a:solidFill>
                  <a:srgbClr val="244061"/>
                </a:solidFill>
              </a:rPr>
              <a:t>E </a:t>
            </a:r>
            <a:r>
              <a:rPr lang="ru-RU" sz="1300" b="1" spc="-1" dirty="0" err="1">
                <a:solidFill>
                  <a:srgbClr val="244061"/>
                </a:solidFill>
              </a:rPr>
              <a:t>remove</a:t>
            </a:r>
            <a:r>
              <a:rPr lang="ru-RU" sz="1300" b="1" spc="-1" dirty="0">
                <a:solidFill>
                  <a:srgbClr val="244061"/>
                </a:solidFill>
              </a:rPr>
              <a:t>(</a:t>
            </a:r>
            <a:r>
              <a:rPr lang="ru-RU" sz="1300" b="1" spc="-1" dirty="0" err="1">
                <a:solidFill>
                  <a:srgbClr val="244061"/>
                </a:solidFill>
              </a:rPr>
              <a:t>int</a:t>
            </a:r>
            <a:r>
              <a:rPr lang="ru-RU" sz="1300" b="1" spc="-1" dirty="0">
                <a:solidFill>
                  <a:srgbClr val="244061"/>
                </a:solidFill>
              </a:rPr>
              <a:t> </a:t>
            </a:r>
            <a:r>
              <a:rPr lang="ru-RU" sz="1300" b="1" spc="-1" dirty="0" err="1">
                <a:solidFill>
                  <a:srgbClr val="244061"/>
                </a:solidFill>
              </a:rPr>
              <a:t>index</a:t>
            </a:r>
            <a:r>
              <a:rPr lang="ru-RU" sz="1300" b="1" spc="-1" dirty="0">
                <a:solidFill>
                  <a:srgbClr val="244061"/>
                </a:solidFill>
              </a:rPr>
              <a:t>)</a:t>
            </a:r>
            <a:r>
              <a:rPr lang="ru-RU" sz="1300" spc="-1" dirty="0">
                <a:solidFill>
                  <a:srgbClr val="244061"/>
                </a:solidFill>
              </a:rPr>
              <a:t>: удаляет объект из списка по индексу </a:t>
            </a:r>
            <a:r>
              <a:rPr lang="ru-RU" sz="1300" spc="-1" dirty="0" err="1">
                <a:solidFill>
                  <a:srgbClr val="244061"/>
                </a:solidFill>
              </a:rPr>
              <a:t>index</a:t>
            </a:r>
            <a:r>
              <a:rPr lang="ru-RU" sz="1300" spc="-1" dirty="0">
                <a:solidFill>
                  <a:srgbClr val="244061"/>
                </a:solidFill>
              </a:rPr>
              <a:t>, возвращая при этом удаленный объект</a:t>
            </a:r>
            <a:endParaRPr lang="ru-RU" sz="1300" spc="-1" dirty="0">
              <a:solidFill>
                <a:srgbClr val="000000"/>
              </a:solidFill>
            </a:endParaRPr>
          </a:p>
          <a:p>
            <a:pPr lvl="1" algn="just">
              <a:spcBef>
                <a:spcPts val="360"/>
              </a:spcBef>
              <a:tabLst>
                <a:tab pos="0" algn="l"/>
              </a:tabLst>
            </a:pPr>
            <a:r>
              <a:rPr lang="ru-RU" sz="1300" b="1" spc="-1" dirty="0">
                <a:solidFill>
                  <a:srgbClr val="244061"/>
                </a:solidFill>
              </a:rPr>
              <a:t>E </a:t>
            </a:r>
            <a:r>
              <a:rPr lang="ru-RU" sz="1300" b="1" spc="-1" dirty="0" err="1">
                <a:solidFill>
                  <a:srgbClr val="244061"/>
                </a:solidFill>
              </a:rPr>
              <a:t>set</a:t>
            </a:r>
            <a:r>
              <a:rPr lang="ru-RU" sz="1300" b="1" spc="-1" dirty="0">
                <a:solidFill>
                  <a:srgbClr val="244061"/>
                </a:solidFill>
              </a:rPr>
              <a:t>(</a:t>
            </a:r>
            <a:r>
              <a:rPr lang="ru-RU" sz="1300" b="1" spc="-1" dirty="0" err="1">
                <a:solidFill>
                  <a:srgbClr val="244061"/>
                </a:solidFill>
              </a:rPr>
              <a:t>int</a:t>
            </a:r>
            <a:r>
              <a:rPr lang="ru-RU" sz="1300" b="1" spc="-1" dirty="0">
                <a:solidFill>
                  <a:srgbClr val="244061"/>
                </a:solidFill>
              </a:rPr>
              <a:t> </a:t>
            </a:r>
            <a:r>
              <a:rPr lang="ru-RU" sz="1300" b="1" spc="-1" dirty="0" err="1">
                <a:solidFill>
                  <a:srgbClr val="244061"/>
                </a:solidFill>
              </a:rPr>
              <a:t>index</a:t>
            </a:r>
            <a:r>
              <a:rPr lang="ru-RU" sz="1300" b="1" spc="-1" dirty="0">
                <a:solidFill>
                  <a:srgbClr val="244061"/>
                </a:solidFill>
              </a:rPr>
              <a:t>, E </a:t>
            </a:r>
            <a:r>
              <a:rPr lang="ru-RU" sz="1300" b="1" spc="-1" dirty="0" err="1">
                <a:solidFill>
                  <a:srgbClr val="244061"/>
                </a:solidFill>
              </a:rPr>
              <a:t>obj</a:t>
            </a:r>
            <a:r>
              <a:rPr lang="ru-RU" sz="1300" b="1" spc="-1" dirty="0">
                <a:solidFill>
                  <a:srgbClr val="244061"/>
                </a:solidFill>
              </a:rPr>
              <a:t>)</a:t>
            </a:r>
            <a:r>
              <a:rPr lang="ru-RU" sz="1300" spc="-1" dirty="0">
                <a:solidFill>
                  <a:srgbClr val="244061"/>
                </a:solidFill>
              </a:rPr>
              <a:t>: присваивает значение объекта </a:t>
            </a:r>
            <a:r>
              <a:rPr lang="ru-RU" sz="1300" spc="-1" dirty="0" err="1">
                <a:solidFill>
                  <a:srgbClr val="244061"/>
                </a:solidFill>
              </a:rPr>
              <a:t>obj</a:t>
            </a:r>
            <a:r>
              <a:rPr lang="ru-RU" sz="1300" spc="-1" dirty="0">
                <a:solidFill>
                  <a:srgbClr val="244061"/>
                </a:solidFill>
              </a:rPr>
              <a:t> элементу, который находится по индексу </a:t>
            </a:r>
            <a:r>
              <a:rPr lang="ru-RU" sz="1300" spc="-1" dirty="0" err="1">
                <a:solidFill>
                  <a:srgbClr val="244061"/>
                </a:solidFill>
              </a:rPr>
              <a:t>index</a:t>
            </a:r>
            <a:endParaRPr lang="ru-RU" sz="1300" spc="-1" dirty="0">
              <a:solidFill>
                <a:srgbClr val="000000"/>
              </a:solidFill>
            </a:endParaRPr>
          </a:p>
          <a:p>
            <a:pPr lvl="1" algn="just">
              <a:spcBef>
                <a:spcPts val="360"/>
              </a:spcBef>
              <a:tabLst>
                <a:tab pos="0" algn="l"/>
              </a:tabLst>
            </a:pPr>
            <a:r>
              <a:rPr lang="en-US" sz="1300" b="1" spc="-1" dirty="0">
                <a:solidFill>
                  <a:srgbClr val="244061"/>
                </a:solidFill>
              </a:rPr>
              <a:t>void sort(Comparator&lt;? super E&gt; comp)</a:t>
            </a:r>
            <a:r>
              <a:rPr lang="en-US" sz="1300" spc="-1" dirty="0">
                <a:solidFill>
                  <a:srgbClr val="244061"/>
                </a:solidFill>
              </a:rPr>
              <a:t>: </a:t>
            </a:r>
            <a:r>
              <a:rPr lang="ru-RU" sz="1300" spc="-1" dirty="0">
                <a:solidFill>
                  <a:srgbClr val="244061"/>
                </a:solidFill>
              </a:rPr>
              <a:t>сортирует список с помощью компаратора </a:t>
            </a:r>
            <a:r>
              <a:rPr lang="en-US" sz="1300" spc="-1" dirty="0">
                <a:solidFill>
                  <a:srgbClr val="244061"/>
                </a:solidFill>
              </a:rPr>
              <a:t>comp</a:t>
            </a:r>
            <a:endParaRPr lang="ru-RU" sz="1300" spc="-1" dirty="0">
              <a:solidFill>
                <a:srgbClr val="000000"/>
              </a:solidFill>
            </a:endParaRPr>
          </a:p>
          <a:p>
            <a:pPr lvl="1" algn="just">
              <a:spcBef>
                <a:spcPts val="360"/>
              </a:spcBef>
              <a:tabLst>
                <a:tab pos="0" algn="l"/>
              </a:tabLst>
            </a:pPr>
            <a:r>
              <a:rPr lang="en-US" sz="1300" b="1" spc="-1" dirty="0">
                <a:solidFill>
                  <a:srgbClr val="244061"/>
                </a:solidFill>
              </a:rPr>
              <a:t>List&lt;E&gt; </a:t>
            </a:r>
            <a:r>
              <a:rPr lang="en-US" sz="1300" b="1" spc="-1" dirty="0" err="1">
                <a:solidFill>
                  <a:srgbClr val="244061"/>
                </a:solidFill>
              </a:rPr>
              <a:t>subList</a:t>
            </a:r>
            <a:r>
              <a:rPr lang="en-US" sz="1300" b="1" spc="-1" dirty="0">
                <a:solidFill>
                  <a:srgbClr val="244061"/>
                </a:solidFill>
              </a:rPr>
              <a:t>(int start, int end)</a:t>
            </a:r>
            <a:r>
              <a:rPr lang="en-US" sz="1300" spc="-1" dirty="0">
                <a:solidFill>
                  <a:srgbClr val="244061"/>
                </a:solidFill>
              </a:rPr>
              <a:t>: </a:t>
            </a:r>
            <a:r>
              <a:rPr lang="ru-RU" sz="1300" spc="-1" dirty="0">
                <a:solidFill>
                  <a:srgbClr val="244061"/>
                </a:solidFill>
              </a:rPr>
              <a:t>получает набор элементов, которые находятся в списке между индексами </a:t>
            </a:r>
            <a:r>
              <a:rPr lang="en-US" sz="1300" spc="-1" dirty="0">
                <a:solidFill>
                  <a:srgbClr val="244061"/>
                </a:solidFill>
              </a:rPr>
              <a:t>start </a:t>
            </a:r>
            <a:r>
              <a:rPr lang="ru-RU" sz="1300" spc="-1" dirty="0">
                <a:solidFill>
                  <a:srgbClr val="244061"/>
                </a:solidFill>
              </a:rPr>
              <a:t>и </a:t>
            </a:r>
            <a:r>
              <a:rPr lang="en-US" sz="1300" spc="-1" dirty="0">
                <a:solidFill>
                  <a:srgbClr val="244061"/>
                </a:solidFill>
              </a:rPr>
              <a:t>end</a:t>
            </a:r>
            <a:endParaRPr lang="ru-RU" sz="1300" spc="-1" dirty="0">
              <a:solidFill>
                <a:srgbClr val="000000"/>
              </a:solidFill>
            </a:endParaRPr>
          </a:p>
          <a:p>
            <a:pPr marL="285750" indent="-285750">
              <a:buFont typeface="Arial" panose="020B0604020202020204" pitchFamily="34" charset="0"/>
              <a:buChar char="•"/>
            </a:pPr>
            <a:endParaRPr lang="ru-RU" sz="2800" dirty="0"/>
          </a:p>
        </p:txBody>
      </p:sp>
    </p:spTree>
    <p:extLst>
      <p:ext uri="{BB962C8B-B14F-4D97-AF65-F5344CB8AC3E}">
        <p14:creationId xmlns:p14="http://schemas.microsoft.com/office/powerpoint/2010/main" val="833347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p:txBody>
          <a:bodyPr>
            <a:normAutofit/>
          </a:bodyPr>
          <a:lstStyle/>
          <a:p>
            <a:r>
              <a:rPr lang="ru-RU" dirty="0"/>
              <a:t>Класс ArrayList</a:t>
            </a:r>
          </a:p>
        </p:txBody>
      </p:sp>
      <p:sp>
        <p:nvSpPr>
          <p:cNvPr id="3" name="Text Placeholder 2"/>
          <p:cNvSpPr>
            <a:spLocks noGrp="1"/>
          </p:cNvSpPr>
          <p:nvPr>
            <p:ph type="body" sz="quarter" idx="4294967295"/>
          </p:nvPr>
        </p:nvSpPr>
        <p:spPr>
          <a:xfrm>
            <a:off x="609599" y="1809739"/>
            <a:ext cx="10972799" cy="4279089"/>
          </a:xfrm>
        </p:spPr>
        <p:txBody>
          <a:bodyPr>
            <a:noAutofit/>
          </a:bodyPr>
          <a:lstStyle/>
          <a:p>
            <a:pPr marL="285750" indent="-285750">
              <a:buFont typeface="Arial" panose="020B0604020202020204" pitchFamily="34" charset="0"/>
              <a:buChar char="•"/>
            </a:pPr>
            <a:r>
              <a:rPr lang="ru-RU" sz="2800" dirty="0"/>
              <a:t>По умолчанию в Java есть встроенная реализация этого интерфейса - класс </a:t>
            </a:r>
            <a:r>
              <a:rPr lang="ru-RU" sz="2800" b="1" dirty="0"/>
              <a:t>ArrayList</a:t>
            </a:r>
            <a:r>
              <a:rPr lang="ru-RU" sz="2800" dirty="0"/>
              <a:t>. </a:t>
            </a:r>
          </a:p>
          <a:p>
            <a:pPr marL="285750" indent="-285750">
              <a:buFont typeface="Arial" panose="020B0604020202020204" pitchFamily="34" charset="0"/>
              <a:buChar char="•"/>
            </a:pPr>
            <a:r>
              <a:rPr lang="ru-RU" sz="2800" dirty="0"/>
              <a:t>ArrayList представляет простой список, аналогичный массиву, за тем исключением, что количество элементов в нем не фиксировано.</a:t>
            </a:r>
          </a:p>
          <a:p>
            <a:pPr marL="285750" indent="-285750"/>
            <a:r>
              <a:rPr lang="ru-RU" sz="2800" dirty="0"/>
              <a:t>ArrayList использует для хранения объектов массив. </a:t>
            </a:r>
          </a:p>
          <a:p>
            <a:pPr marL="285750" indent="-285750"/>
            <a:r>
              <a:rPr lang="ru-RU" sz="2800" dirty="0"/>
              <a:t>Емкость в ArrayList представляет размер массива, который будет использоваться для хранения объектов. </a:t>
            </a:r>
          </a:p>
          <a:p>
            <a:pPr marL="285750" indent="-285750"/>
            <a:r>
              <a:rPr lang="ru-RU" sz="2800" dirty="0"/>
              <a:t>По умолчанию размер массива равен 10.</a:t>
            </a:r>
          </a:p>
        </p:txBody>
      </p:sp>
      <p:pic>
        <p:nvPicPr>
          <p:cNvPr id="2" name="Picture 1">
            <a:extLst>
              <a:ext uri="{FF2B5EF4-FFF2-40B4-BE49-F238E27FC236}">
                <a16:creationId xmlns:a16="http://schemas.microsoft.com/office/drawing/2014/main" id="{3CDB5A55-0F2B-4AAB-8CF0-3FF5B24A717B}"/>
              </a:ext>
            </a:extLst>
          </p:cNvPr>
          <p:cNvPicPr>
            <a:picLocks noChangeAspect="1"/>
          </p:cNvPicPr>
          <p:nvPr/>
        </p:nvPicPr>
        <p:blipFill>
          <a:blip r:embed="rId3"/>
          <a:stretch>
            <a:fillRect/>
          </a:stretch>
        </p:blipFill>
        <p:spPr>
          <a:xfrm>
            <a:off x="7640585" y="4673225"/>
            <a:ext cx="3598932" cy="1518036"/>
          </a:xfrm>
          <a:prstGeom prst="rect">
            <a:avLst/>
          </a:prstGeom>
          <a:ln>
            <a:noFill/>
          </a:ln>
          <a:effectLst>
            <a:softEdge rad="112500"/>
          </a:effectLst>
        </p:spPr>
      </p:pic>
    </p:spTree>
    <p:extLst>
      <p:ext uri="{BB962C8B-B14F-4D97-AF65-F5344CB8AC3E}">
        <p14:creationId xmlns:p14="http://schemas.microsoft.com/office/powerpoint/2010/main" val="3793818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p:txBody>
          <a:bodyPr>
            <a:normAutofit/>
          </a:bodyPr>
          <a:lstStyle/>
          <a:p>
            <a:r>
              <a:rPr lang="en-US" dirty="0" err="1"/>
              <a:t>ArrayList</a:t>
            </a:r>
            <a:r>
              <a:rPr lang="ru-RU" dirty="0"/>
              <a:t>: создание</a:t>
            </a:r>
          </a:p>
        </p:txBody>
      </p:sp>
      <p:sp>
        <p:nvSpPr>
          <p:cNvPr id="8" name="Rectangle 3">
            <a:extLst>
              <a:ext uri="{FF2B5EF4-FFF2-40B4-BE49-F238E27FC236}">
                <a16:creationId xmlns:a16="http://schemas.microsoft.com/office/drawing/2014/main" id="{E14F697D-8769-4FC0-803B-199530347EFC}"/>
              </a:ext>
            </a:extLst>
          </p:cNvPr>
          <p:cNvSpPr>
            <a:spLocks noGrp="1" noChangeArrowheads="1"/>
          </p:cNvSpPr>
          <p:nvPr>
            <p:ph type="body" sz="quarter" idx="4294967295"/>
          </p:nvPr>
        </p:nvSpPr>
        <p:spPr bwMode="auto">
          <a:xfrm>
            <a:off x="609600" y="1809751"/>
            <a:ext cx="10972800" cy="31110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63480" rIns="91440" bIns="0" numCol="1" anchor="t"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0" u="none" strike="noStrike" cap="none" normalizeH="0" baseline="0" dirty="0">
                <a:ln>
                  <a:noFill/>
                </a:ln>
                <a:solidFill>
                  <a:srgbClr val="172B53"/>
                </a:solidFill>
                <a:effectLst/>
                <a:cs typeface="Arial" panose="020B0604020202020204" pitchFamily="34" charset="0"/>
              </a:rPr>
              <a:t>У класса имеется три конструктора: </a:t>
            </a:r>
            <a:endParaRPr kumimoji="0" lang="ru-RU" altLang="ru-RU" sz="2000" b="0" i="0" u="none" strike="noStrike" cap="none" normalizeH="0" baseline="0" dirty="0">
              <a:ln>
                <a:noFill/>
              </a:ln>
              <a:solidFill>
                <a:schemeClr val="tx1"/>
              </a:solidFill>
              <a:effectLst/>
            </a:endParaRPr>
          </a:p>
          <a:p>
            <a:pPr defTabSz="914400" eaLnBrk="0" fontAlgn="base" hangingPunct="0">
              <a:spcBef>
                <a:spcPct val="0"/>
              </a:spcBef>
              <a:spcAft>
                <a:spcPct val="0"/>
              </a:spcAft>
            </a:pPr>
            <a:r>
              <a:rPr kumimoji="0" lang="ru-RU" altLang="ru-RU" sz="2000" b="1" i="0" u="none" strike="noStrike" cap="none" normalizeH="0" baseline="0" dirty="0">
                <a:ln>
                  <a:noFill/>
                </a:ln>
                <a:effectLst/>
                <a:cs typeface="Arial" panose="020B0604020202020204" pitchFamily="34" charset="0"/>
              </a:rPr>
              <a:t>public ArrayList()</a:t>
            </a:r>
            <a:r>
              <a:rPr kumimoji="0" lang="ru-RU" altLang="ru-RU" sz="2000" b="0" i="0" u="none" strike="noStrike" cap="none" normalizeH="0" baseline="0" dirty="0">
                <a:ln>
                  <a:noFill/>
                </a:ln>
                <a:effectLst/>
                <a:cs typeface="Arial" panose="020B0604020202020204" pitchFamily="34" charset="0"/>
              </a:rPr>
              <a:t> – создает пустой списочный массив объемом в 10 элементов;</a:t>
            </a:r>
          </a:p>
          <a:p>
            <a:pPr defTabSz="914400" eaLnBrk="0" fontAlgn="base" hangingPunct="0">
              <a:spcBef>
                <a:spcPct val="0"/>
              </a:spcBef>
              <a:spcAft>
                <a:spcPct val="0"/>
              </a:spcAft>
            </a:pPr>
            <a:r>
              <a:rPr kumimoji="0" lang="ru-RU" altLang="ru-RU" sz="2000" b="1" i="0" u="none" strike="noStrike" cap="none" normalizeH="0" baseline="0" dirty="0">
                <a:ln>
                  <a:noFill/>
                </a:ln>
                <a:effectLst/>
                <a:cs typeface="Arial" panose="020B0604020202020204" pitchFamily="34" charset="0"/>
              </a:rPr>
              <a:t>public ArrayList(</a:t>
            </a:r>
            <a:r>
              <a:rPr kumimoji="0" lang="ru-RU" altLang="ru-RU" sz="2000" b="1" i="0" u="none" strike="noStrike" cap="none" normalizeH="0" baseline="0" dirty="0" err="1">
                <a:ln>
                  <a:noFill/>
                </a:ln>
                <a:effectLst/>
                <a:cs typeface="Arial" panose="020B0604020202020204" pitchFamily="34" charset="0"/>
              </a:rPr>
              <a:t>Collection</a:t>
            </a:r>
            <a:r>
              <a:rPr kumimoji="0" lang="ru-RU" altLang="ru-RU" sz="2000" b="1" i="0" u="none" strike="noStrike" cap="none" normalizeH="0" baseline="0" dirty="0">
                <a:ln>
                  <a:noFill/>
                </a:ln>
                <a:effectLst/>
                <a:cs typeface="Arial" panose="020B0604020202020204" pitchFamily="34" charset="0"/>
              </a:rPr>
              <a:t> &lt; ? </a:t>
            </a:r>
            <a:r>
              <a:rPr kumimoji="0" lang="ru-RU" altLang="ru-RU" sz="2000" b="1" i="0" u="none" strike="noStrike" cap="none" normalizeH="0" baseline="0" dirty="0" err="1">
                <a:ln>
                  <a:noFill/>
                </a:ln>
                <a:effectLst/>
                <a:cs typeface="Arial" panose="020B0604020202020204" pitchFamily="34" charset="0"/>
              </a:rPr>
              <a:t>extends</a:t>
            </a:r>
            <a:r>
              <a:rPr kumimoji="0" lang="ru-RU" altLang="ru-RU" sz="2000" b="1" i="0" u="none" strike="noStrike" cap="none" normalizeH="0" baseline="0" dirty="0">
                <a:ln>
                  <a:noFill/>
                </a:ln>
                <a:effectLst/>
                <a:cs typeface="Arial" panose="020B0604020202020204" pitchFamily="34" charset="0"/>
              </a:rPr>
              <a:t> E &gt; c)</a:t>
            </a:r>
            <a:r>
              <a:rPr kumimoji="0" lang="ru-RU" altLang="ru-RU" sz="2000" b="0" i="0" u="none" strike="noStrike" cap="none" normalizeH="0" baseline="0" dirty="0">
                <a:ln>
                  <a:noFill/>
                </a:ln>
                <a:effectLst/>
                <a:cs typeface="Arial" panose="020B0604020202020204" pitchFamily="34" charset="0"/>
              </a:rPr>
              <a:t> – создает списочный массив, инициализируемый элементами из переданной коллекции (если хотим создать новый ArrayList на базе какой-то коллекции);</a:t>
            </a:r>
          </a:p>
          <a:p>
            <a:pPr defTabSz="914400" eaLnBrk="0" fontAlgn="base" hangingPunct="0">
              <a:spcBef>
                <a:spcPct val="0"/>
              </a:spcBef>
              <a:spcAft>
                <a:spcPct val="0"/>
              </a:spcAft>
            </a:pPr>
            <a:r>
              <a:rPr kumimoji="0" lang="ru-RU" altLang="ru-RU" sz="2000" b="1" i="0" u="none" strike="noStrike" cap="none" normalizeH="0" baseline="0" dirty="0">
                <a:ln>
                  <a:noFill/>
                </a:ln>
                <a:effectLst/>
                <a:cs typeface="Arial" panose="020B0604020202020204" pitchFamily="34" charset="0"/>
              </a:rPr>
              <a:t>public ArrayList(</a:t>
            </a:r>
            <a:r>
              <a:rPr kumimoji="0" lang="ru-RU" altLang="ru-RU" sz="2000" b="1" i="0" u="none" strike="noStrike" cap="none" normalizeH="0" baseline="0" dirty="0" err="1">
                <a:ln>
                  <a:noFill/>
                </a:ln>
                <a:effectLst/>
                <a:cs typeface="Arial" panose="020B0604020202020204" pitchFamily="34" charset="0"/>
              </a:rPr>
              <a:t>int</a:t>
            </a:r>
            <a:r>
              <a:rPr kumimoji="0" lang="ru-RU" altLang="ru-RU" sz="2000" b="1" i="0" u="none" strike="noStrike" cap="none" normalizeH="0" baseline="0" dirty="0">
                <a:ln>
                  <a:noFill/>
                </a:ln>
                <a:effectLst/>
                <a:cs typeface="Arial" panose="020B0604020202020204" pitchFamily="34" charset="0"/>
              </a:rPr>
              <a:t> </a:t>
            </a:r>
            <a:r>
              <a:rPr kumimoji="0" lang="ru-RU" altLang="ru-RU" sz="2000" b="1" i="0" u="none" strike="noStrike" cap="none" normalizeH="0" baseline="0" dirty="0" err="1">
                <a:ln>
                  <a:noFill/>
                </a:ln>
                <a:effectLst/>
                <a:cs typeface="Arial" panose="020B0604020202020204" pitchFamily="34" charset="0"/>
              </a:rPr>
              <a:t>initialCapacity</a:t>
            </a:r>
            <a:r>
              <a:rPr kumimoji="0" lang="ru-RU" altLang="ru-RU" sz="2000" b="0" i="0" u="none" strike="noStrike" cap="none" normalizeH="0" baseline="0" dirty="0">
                <a:ln>
                  <a:noFill/>
                </a:ln>
                <a:effectLst/>
                <a:cs typeface="Arial" panose="020B0604020202020204" pitchFamily="34" charset="0"/>
              </a:rPr>
              <a:t>) – создает списочный массив, имеющий начальную емкость. Если переданный параметр </a:t>
            </a:r>
            <a:r>
              <a:rPr kumimoji="0" lang="ru-RU" altLang="ru-RU" sz="2000" b="1" i="0" u="none" strike="noStrike" cap="none" normalizeH="0" baseline="0" dirty="0" err="1">
                <a:ln>
                  <a:noFill/>
                </a:ln>
                <a:effectLst/>
                <a:cs typeface="Arial" panose="020B0604020202020204" pitchFamily="34" charset="0"/>
              </a:rPr>
              <a:t>initialCapacity</a:t>
            </a:r>
            <a:r>
              <a:rPr kumimoji="0" lang="ru-RU" altLang="ru-RU" sz="2000" b="0" i="0" u="none" strike="noStrike" cap="none" normalizeH="0" baseline="0" dirty="0">
                <a:ln>
                  <a:noFill/>
                </a:ln>
                <a:effectLst/>
                <a:cs typeface="Arial" panose="020B0604020202020204" pitchFamily="34" charset="0"/>
              </a:rPr>
              <a:t> больше 0, то создается массив указанного размера</a:t>
            </a:r>
            <a:r>
              <a:rPr kumimoji="0" lang="en-US" altLang="ru-RU" sz="2000" b="0" i="0" u="none" strike="noStrike" cap="none" normalizeH="0" baseline="0" dirty="0">
                <a:ln>
                  <a:noFill/>
                </a:ln>
                <a:effectLst/>
                <a:cs typeface="Arial" panose="020B0604020202020204" pitchFamily="34" charset="0"/>
              </a:rPr>
              <a:t>. </a:t>
            </a:r>
            <a:r>
              <a:rPr kumimoji="0" lang="ru-RU" altLang="ru-RU" sz="2000" b="0" i="0" u="none" strike="noStrike" cap="none" normalizeH="0" baseline="0" dirty="0">
                <a:ln>
                  <a:noFill/>
                </a:ln>
                <a:effectLst/>
                <a:cs typeface="Arial" panose="020B0604020202020204" pitchFamily="34" charset="0"/>
              </a:rPr>
              <a:t>Если параметр равен 0, то в таком случае создается пустой массив. Если же заданный параметр меньше 0, то генерируется исключение </a:t>
            </a:r>
            <a:r>
              <a:rPr kumimoji="0" lang="ru-RU" altLang="ru-RU" sz="2000" b="1" i="0" u="none" strike="noStrike" cap="none" normalizeH="0" baseline="0" dirty="0" err="1">
                <a:ln>
                  <a:noFill/>
                </a:ln>
                <a:effectLst/>
                <a:cs typeface="Arial" panose="020B0604020202020204" pitchFamily="34" charset="0"/>
              </a:rPr>
              <a:t>IllegalArgumentException</a:t>
            </a:r>
            <a:r>
              <a:rPr kumimoji="0" lang="ru-RU" altLang="ru-RU" sz="2000" b="0" i="0" u="none" strike="noStrike" cap="none" normalizeH="0" baseline="0" dirty="0">
                <a:ln>
                  <a:noFill/>
                </a:ln>
                <a:effectLst/>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1800" b="0" i="0" u="none" strike="noStrike" cap="none" normalizeH="0" baseline="0" dirty="0">
              <a:ln>
                <a:noFill/>
              </a:ln>
              <a:solidFill>
                <a:schemeClr val="tx1"/>
              </a:solidFill>
              <a:effectLst/>
              <a:latin typeface="Arial" panose="020B0604020202020204" pitchFamily="34" charset="0"/>
            </a:endParaRPr>
          </a:p>
        </p:txBody>
      </p:sp>
      <p:pic>
        <p:nvPicPr>
          <p:cNvPr id="9" name="Picture 8">
            <a:extLst>
              <a:ext uri="{FF2B5EF4-FFF2-40B4-BE49-F238E27FC236}">
                <a16:creationId xmlns:a16="http://schemas.microsoft.com/office/drawing/2014/main" id="{B9B7AE7E-14B3-4322-A0BF-30B1894324D6}"/>
              </a:ext>
            </a:extLst>
          </p:cNvPr>
          <p:cNvPicPr>
            <a:picLocks noChangeAspect="1"/>
          </p:cNvPicPr>
          <p:nvPr/>
        </p:nvPicPr>
        <p:blipFill rotWithShape="1">
          <a:blip r:embed="rId3"/>
          <a:srcRect l="2694" t="23690" r="72257" b="73019"/>
          <a:stretch/>
        </p:blipFill>
        <p:spPr>
          <a:xfrm>
            <a:off x="2505366" y="4998964"/>
            <a:ext cx="6629938" cy="489988"/>
          </a:xfrm>
          <a:prstGeom prst="rect">
            <a:avLst/>
          </a:prstGeom>
          <a:ln>
            <a:noFill/>
          </a:ln>
          <a:effectLst>
            <a:outerShdw blurRad="292100" dist="139700" dir="2700000" algn="tl" rotWithShape="0">
              <a:srgbClr val="333333">
                <a:alpha val="65000"/>
              </a:srgbClr>
            </a:outerShdw>
          </a:effectLst>
        </p:spPr>
      </p:pic>
      <p:sp>
        <p:nvSpPr>
          <p:cNvPr id="10" name="AutoShape 5" descr="Подробный разбор класса ArrayList [Часть 1] - 2">
            <a:extLst>
              <a:ext uri="{FF2B5EF4-FFF2-40B4-BE49-F238E27FC236}">
                <a16:creationId xmlns:a16="http://schemas.microsoft.com/office/drawing/2014/main" id="{088D0468-3985-4562-B127-D0987F4C02F7}"/>
              </a:ext>
            </a:extLst>
          </p:cNvPr>
          <p:cNvSpPr>
            <a:spLocks noChangeAspect="1" noChangeArrowheads="1"/>
          </p:cNvSpPr>
          <p:nvPr/>
        </p:nvSpPr>
        <p:spPr bwMode="auto">
          <a:xfrm>
            <a:off x="5943600" y="3276600"/>
            <a:ext cx="3641464" cy="364146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1" name="Picture 10">
            <a:extLst>
              <a:ext uri="{FF2B5EF4-FFF2-40B4-BE49-F238E27FC236}">
                <a16:creationId xmlns:a16="http://schemas.microsoft.com/office/drawing/2014/main" id="{DA778A2A-5C93-4BA1-8987-DCCA9D2E1578}"/>
              </a:ext>
            </a:extLst>
          </p:cNvPr>
          <p:cNvPicPr>
            <a:picLocks noChangeAspect="1"/>
          </p:cNvPicPr>
          <p:nvPr/>
        </p:nvPicPr>
        <p:blipFill>
          <a:blip r:embed="rId4"/>
          <a:stretch>
            <a:fillRect/>
          </a:stretch>
        </p:blipFill>
        <p:spPr>
          <a:xfrm>
            <a:off x="3509682" y="5567077"/>
            <a:ext cx="4621305" cy="704749"/>
          </a:xfrm>
          <a:prstGeom prst="rect">
            <a:avLst/>
          </a:prstGeom>
        </p:spPr>
      </p:pic>
    </p:spTree>
    <p:extLst>
      <p:ext uri="{BB962C8B-B14F-4D97-AF65-F5344CB8AC3E}">
        <p14:creationId xmlns:p14="http://schemas.microsoft.com/office/powerpoint/2010/main" val="30417156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p:txBody>
          <a:bodyPr>
            <a:normAutofit/>
          </a:bodyPr>
          <a:lstStyle/>
          <a:p>
            <a:r>
              <a:rPr lang="en-US" dirty="0" err="1"/>
              <a:t>ArrayList</a:t>
            </a:r>
            <a:r>
              <a:rPr lang="en-US" dirty="0"/>
              <a:t>: </a:t>
            </a:r>
            <a:r>
              <a:rPr lang="ru-RU" dirty="0"/>
              <a:t>добавление элементов </a:t>
            </a:r>
          </a:p>
        </p:txBody>
      </p:sp>
      <p:sp>
        <p:nvSpPr>
          <p:cNvPr id="3" name="Text Placeholder 2"/>
          <p:cNvSpPr>
            <a:spLocks noGrp="1"/>
          </p:cNvSpPr>
          <p:nvPr>
            <p:ph type="body" sz="quarter" idx="4294967295"/>
          </p:nvPr>
        </p:nvSpPr>
        <p:spPr>
          <a:xfrm>
            <a:off x="672109" y="3355847"/>
            <a:ext cx="11152582" cy="1112377"/>
          </a:xfrm>
        </p:spPr>
        <p:txBody>
          <a:bodyPr>
            <a:noAutofit/>
          </a:bodyPr>
          <a:lstStyle/>
          <a:p>
            <a:pPr marL="0" indent="0">
              <a:buNone/>
            </a:pPr>
            <a:r>
              <a:rPr lang="ru-RU" sz="2000" dirty="0"/>
              <a:t>Если в процессе программы добавляется элементов больше, чем размер массива, то создается новый массив на 50 % больше предыдущего, а данные переносятся. Подобные перераспределения памяти уменьшают производительность. </a:t>
            </a:r>
          </a:p>
        </p:txBody>
      </p:sp>
      <p:pic>
        <p:nvPicPr>
          <p:cNvPr id="2050" name="Picture 2" descr="https://cf.ppt-online.org/files/slide/y/Y6u13DhoiM0FlGUQdVXEeztySHxB84wJPAIfgC/slide-10.jpg"/>
          <p:cNvPicPr>
            <a:picLocks noChangeAspect="1" noChangeArrowheads="1"/>
          </p:cNvPicPr>
          <p:nvPr/>
        </p:nvPicPr>
        <p:blipFill rotWithShape="1">
          <a:blip r:embed="rId3">
            <a:extLst>
              <a:ext uri="{28A0092B-C50C-407E-A947-70E740481C1C}">
                <a14:useLocalDpi xmlns:a14="http://schemas.microsoft.com/office/drawing/2010/main" val="0"/>
              </a:ext>
            </a:extLst>
          </a:blip>
          <a:srcRect l="5844" t="61448" r="16711" b="11206"/>
          <a:stretch/>
        </p:blipFill>
        <p:spPr bwMode="auto">
          <a:xfrm>
            <a:off x="609600" y="4444040"/>
            <a:ext cx="6606407" cy="174722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0EAF94A9-E260-4867-B94D-C9346A1E958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300" b="0" i="0" u="none" strike="noStrike" cap="none" normalizeH="0" baseline="0">
                <a:ln>
                  <a:noFill/>
                </a:ln>
                <a:solidFill>
                  <a:srgbClr val="172B53"/>
                </a:solidFill>
                <a:effectLst/>
                <a:latin typeface="Arial" panose="020B0604020202020204" pitchFamily="34" charset="0"/>
                <a:cs typeface="Arial" panose="020B0604020202020204" pitchFamily="34" charset="0"/>
              </a:rPr>
              <a:t>Классическое добавление элементов в списочный массив осуществляется с помощью перегруженных вариантов метода </a:t>
            </a:r>
            <a:r>
              <a:rPr kumimoji="0" lang="ru-RU" altLang="ru-RU" sz="1300" b="0" i="0" u="none" strike="noStrike" cap="none" normalizeH="0" baseline="0">
                <a:ln>
                  <a:noFill/>
                </a:ln>
                <a:solidFill>
                  <a:srgbClr val="000000"/>
                </a:solidFill>
                <a:effectLst/>
                <a:latin typeface="Menlo"/>
              </a:rPr>
              <a:t>add()</a:t>
            </a:r>
            <a:r>
              <a:rPr kumimoji="0" lang="ru-RU" altLang="ru-RU" sz="1300" b="0" i="0" u="none" strike="noStrike" cap="none" normalizeH="0" baseline="0">
                <a:ln>
                  <a:noFill/>
                </a:ln>
                <a:solidFill>
                  <a:srgbClr val="172B53"/>
                </a:solidFill>
                <a:effectLst/>
                <a:latin typeface="Arial" panose="020B0604020202020204" pitchFamily="34" charset="0"/>
                <a:cs typeface="Arial" panose="020B0604020202020204" pitchFamily="34" charset="0"/>
              </a:rPr>
              <a:t>.</a:t>
            </a:r>
            <a:r>
              <a:rPr kumimoji="0" lang="ru-RU" altLang="ru-RU" sz="800" b="0" i="0" u="none" strike="noStrike" cap="none" normalizeH="0" baseline="0">
                <a:ln>
                  <a:noFill/>
                </a:ln>
                <a:solidFill>
                  <a:schemeClr val="tx1"/>
                </a:solidFill>
                <a:effectLst/>
              </a:rPr>
              <a:t> </a:t>
            </a:r>
            <a:endParaRPr kumimoji="0" lang="ru-RU" altLang="ru-RU" sz="1800" b="0" i="0" u="none" strike="noStrike" cap="none" normalizeH="0" baseline="0">
              <a:ln>
                <a:noFill/>
              </a:ln>
              <a:solidFill>
                <a:schemeClr val="tx1"/>
              </a:solidFill>
              <a:effectLst/>
              <a:latin typeface="Arial" panose="020B0604020202020204" pitchFamily="34" charset="0"/>
            </a:endParaRPr>
          </a:p>
        </p:txBody>
      </p:sp>
      <p:sp>
        <p:nvSpPr>
          <p:cNvPr id="12" name="AutoShape 7" descr="Подробный разбор класса ArrayList [Часть 1] - 3">
            <a:extLst>
              <a:ext uri="{FF2B5EF4-FFF2-40B4-BE49-F238E27FC236}">
                <a16:creationId xmlns:a16="http://schemas.microsoft.com/office/drawing/2014/main" id="{033C0DB4-4622-4ABA-A67B-E91ADE09E4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2" name="Picture 1">
            <a:extLst>
              <a:ext uri="{FF2B5EF4-FFF2-40B4-BE49-F238E27FC236}">
                <a16:creationId xmlns:a16="http://schemas.microsoft.com/office/drawing/2014/main" id="{865C8526-5346-4E61-B16B-0436169F755B}"/>
              </a:ext>
            </a:extLst>
          </p:cNvPr>
          <p:cNvPicPr>
            <a:picLocks noChangeAspect="1"/>
          </p:cNvPicPr>
          <p:nvPr/>
        </p:nvPicPr>
        <p:blipFill>
          <a:blip r:embed="rId4"/>
          <a:stretch>
            <a:fillRect/>
          </a:stretch>
        </p:blipFill>
        <p:spPr>
          <a:xfrm>
            <a:off x="609600" y="1635877"/>
            <a:ext cx="8397607" cy="1307021"/>
          </a:xfrm>
          <a:prstGeom prst="rect">
            <a:avLst/>
          </a:prstGeom>
        </p:spPr>
      </p:pic>
      <p:pic>
        <p:nvPicPr>
          <p:cNvPr id="4" name="Picture 3">
            <a:extLst>
              <a:ext uri="{FF2B5EF4-FFF2-40B4-BE49-F238E27FC236}">
                <a16:creationId xmlns:a16="http://schemas.microsoft.com/office/drawing/2014/main" id="{D1A16915-718B-4E36-8813-F3166A54F852}"/>
              </a:ext>
            </a:extLst>
          </p:cNvPr>
          <p:cNvPicPr>
            <a:picLocks noChangeAspect="1"/>
          </p:cNvPicPr>
          <p:nvPr/>
        </p:nvPicPr>
        <p:blipFill>
          <a:blip r:embed="rId5"/>
          <a:stretch>
            <a:fillRect/>
          </a:stretch>
        </p:blipFill>
        <p:spPr>
          <a:xfrm>
            <a:off x="5890700" y="2336157"/>
            <a:ext cx="4404103" cy="672348"/>
          </a:xfrm>
          <a:prstGeom prst="rect">
            <a:avLst/>
          </a:prstGeom>
        </p:spPr>
      </p:pic>
    </p:spTree>
    <p:extLst>
      <p:ext uri="{BB962C8B-B14F-4D97-AF65-F5344CB8AC3E}">
        <p14:creationId xmlns:p14="http://schemas.microsoft.com/office/powerpoint/2010/main" val="20949798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p:txBody>
          <a:bodyPr>
            <a:normAutofit fontScale="90000"/>
          </a:bodyPr>
          <a:lstStyle/>
          <a:p>
            <a:r>
              <a:rPr lang="en-US" dirty="0" err="1"/>
              <a:t>ArrayList</a:t>
            </a:r>
            <a:r>
              <a:rPr lang="en-US" dirty="0"/>
              <a:t>: </a:t>
            </a:r>
            <a:r>
              <a:rPr lang="ru-RU" dirty="0"/>
              <a:t>вставка</a:t>
            </a:r>
            <a:r>
              <a:rPr lang="en-US" dirty="0"/>
              <a:t>/</a:t>
            </a:r>
            <a:r>
              <a:rPr lang="ru-RU" dirty="0"/>
              <a:t>замена элементов </a:t>
            </a:r>
          </a:p>
        </p:txBody>
      </p:sp>
      <p:pic>
        <p:nvPicPr>
          <p:cNvPr id="4" name="Picture 3"/>
          <p:cNvPicPr>
            <a:picLocks noChangeAspect="1"/>
          </p:cNvPicPr>
          <p:nvPr/>
        </p:nvPicPr>
        <p:blipFill rotWithShape="1">
          <a:blip r:embed="rId3"/>
          <a:srcRect l="6658" t="40749" r="17527" b="33946"/>
          <a:stretch/>
        </p:blipFill>
        <p:spPr>
          <a:xfrm>
            <a:off x="609600" y="4039513"/>
            <a:ext cx="4707306" cy="1176826"/>
          </a:xfrm>
          <a:prstGeom prst="rect">
            <a:avLst/>
          </a:prstGeom>
        </p:spPr>
      </p:pic>
      <p:sp>
        <p:nvSpPr>
          <p:cNvPr id="12" name="AutoShape 7" descr="Подробный разбор класса ArrayList [Часть 1] - 3">
            <a:extLst>
              <a:ext uri="{FF2B5EF4-FFF2-40B4-BE49-F238E27FC236}">
                <a16:creationId xmlns:a16="http://schemas.microsoft.com/office/drawing/2014/main" id="{033C0DB4-4622-4ABA-A67B-E91ADE09E40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8" name="Picture 7">
            <a:extLst>
              <a:ext uri="{FF2B5EF4-FFF2-40B4-BE49-F238E27FC236}">
                <a16:creationId xmlns:a16="http://schemas.microsoft.com/office/drawing/2014/main" id="{B64E2520-6C7C-42C4-8F04-1377176EFD2E}"/>
              </a:ext>
            </a:extLst>
          </p:cNvPr>
          <p:cNvPicPr>
            <a:picLocks noChangeAspect="1"/>
          </p:cNvPicPr>
          <p:nvPr/>
        </p:nvPicPr>
        <p:blipFill rotWithShape="1">
          <a:blip r:embed="rId4"/>
          <a:srcRect r="8312" b="2790"/>
          <a:stretch/>
        </p:blipFill>
        <p:spPr>
          <a:xfrm>
            <a:off x="781456" y="2259106"/>
            <a:ext cx="5162144" cy="304800"/>
          </a:xfrm>
          <a:prstGeom prst="rect">
            <a:avLst/>
          </a:prstGeom>
        </p:spPr>
      </p:pic>
      <p:pic>
        <p:nvPicPr>
          <p:cNvPr id="9" name="Picture 8">
            <a:extLst>
              <a:ext uri="{FF2B5EF4-FFF2-40B4-BE49-F238E27FC236}">
                <a16:creationId xmlns:a16="http://schemas.microsoft.com/office/drawing/2014/main" id="{C355504C-0C07-46E1-A70D-D04FED4479CA}"/>
              </a:ext>
            </a:extLst>
          </p:cNvPr>
          <p:cNvPicPr>
            <a:picLocks noChangeAspect="1"/>
          </p:cNvPicPr>
          <p:nvPr/>
        </p:nvPicPr>
        <p:blipFill rotWithShape="1">
          <a:blip r:embed="rId5"/>
          <a:srcRect t="7524" b="30010"/>
          <a:stretch/>
        </p:blipFill>
        <p:spPr>
          <a:xfrm>
            <a:off x="6587266" y="2259107"/>
            <a:ext cx="4694292" cy="229550"/>
          </a:xfrm>
          <a:prstGeom prst="rect">
            <a:avLst/>
          </a:prstGeom>
        </p:spPr>
      </p:pic>
      <p:graphicFrame>
        <p:nvGraphicFramePr>
          <p:cNvPr id="10" name="Table 9">
            <a:extLst>
              <a:ext uri="{FF2B5EF4-FFF2-40B4-BE49-F238E27FC236}">
                <a16:creationId xmlns:a16="http://schemas.microsoft.com/office/drawing/2014/main" id="{97168FB1-0E55-43FE-8ED3-CF86E64B2B61}"/>
              </a:ext>
            </a:extLst>
          </p:cNvPr>
          <p:cNvGraphicFramePr>
            <a:graphicFrameLocks noGrp="1"/>
          </p:cNvGraphicFramePr>
          <p:nvPr>
            <p:extLst>
              <p:ext uri="{D42A27DB-BD31-4B8C-83A1-F6EECF244321}">
                <p14:modId xmlns:p14="http://schemas.microsoft.com/office/powerpoint/2010/main" val="4265777973"/>
              </p:ext>
            </p:extLst>
          </p:nvPr>
        </p:nvGraphicFramePr>
        <p:xfrm>
          <a:off x="6680500" y="3743218"/>
          <a:ext cx="4235047" cy="884708"/>
        </p:xfrm>
        <a:graphic>
          <a:graphicData uri="http://schemas.openxmlformats.org/drawingml/2006/table">
            <a:tbl>
              <a:tblPr firstRow="1" bandRow="1">
                <a:tableStyleId>{5940675A-B579-460E-94D1-54222C63F5DA}</a:tableStyleId>
              </a:tblPr>
              <a:tblGrid>
                <a:gridCol w="379508">
                  <a:extLst>
                    <a:ext uri="{9D8B030D-6E8A-4147-A177-3AD203B41FA5}">
                      <a16:colId xmlns:a16="http://schemas.microsoft.com/office/drawing/2014/main" val="1101578895"/>
                    </a:ext>
                  </a:extLst>
                </a:gridCol>
                <a:gridCol w="370599">
                  <a:extLst>
                    <a:ext uri="{9D8B030D-6E8A-4147-A177-3AD203B41FA5}">
                      <a16:colId xmlns:a16="http://schemas.microsoft.com/office/drawing/2014/main" val="1005321723"/>
                    </a:ext>
                  </a:extLst>
                </a:gridCol>
                <a:gridCol w="375054">
                  <a:extLst>
                    <a:ext uri="{9D8B030D-6E8A-4147-A177-3AD203B41FA5}">
                      <a16:colId xmlns:a16="http://schemas.microsoft.com/office/drawing/2014/main" val="98166639"/>
                    </a:ext>
                  </a:extLst>
                </a:gridCol>
                <a:gridCol w="375054">
                  <a:extLst>
                    <a:ext uri="{9D8B030D-6E8A-4147-A177-3AD203B41FA5}">
                      <a16:colId xmlns:a16="http://schemas.microsoft.com/office/drawing/2014/main" val="2856983473"/>
                    </a:ext>
                  </a:extLst>
                </a:gridCol>
                <a:gridCol w="375054">
                  <a:extLst>
                    <a:ext uri="{9D8B030D-6E8A-4147-A177-3AD203B41FA5}">
                      <a16:colId xmlns:a16="http://schemas.microsoft.com/office/drawing/2014/main" val="1263784789"/>
                    </a:ext>
                  </a:extLst>
                </a:gridCol>
                <a:gridCol w="484508">
                  <a:extLst>
                    <a:ext uri="{9D8B030D-6E8A-4147-A177-3AD203B41FA5}">
                      <a16:colId xmlns:a16="http://schemas.microsoft.com/office/drawing/2014/main" val="2607795876"/>
                    </a:ext>
                  </a:extLst>
                </a:gridCol>
                <a:gridCol w="375054">
                  <a:extLst>
                    <a:ext uri="{9D8B030D-6E8A-4147-A177-3AD203B41FA5}">
                      <a16:colId xmlns:a16="http://schemas.microsoft.com/office/drawing/2014/main" val="2383454120"/>
                    </a:ext>
                  </a:extLst>
                </a:gridCol>
                <a:gridCol w="375054">
                  <a:extLst>
                    <a:ext uri="{9D8B030D-6E8A-4147-A177-3AD203B41FA5}">
                      <a16:colId xmlns:a16="http://schemas.microsoft.com/office/drawing/2014/main" val="205052493"/>
                    </a:ext>
                  </a:extLst>
                </a:gridCol>
                <a:gridCol w="375054">
                  <a:extLst>
                    <a:ext uri="{9D8B030D-6E8A-4147-A177-3AD203B41FA5}">
                      <a16:colId xmlns:a16="http://schemas.microsoft.com/office/drawing/2014/main" val="2170637216"/>
                    </a:ext>
                  </a:extLst>
                </a:gridCol>
                <a:gridCol w="375054">
                  <a:extLst>
                    <a:ext uri="{9D8B030D-6E8A-4147-A177-3AD203B41FA5}">
                      <a16:colId xmlns:a16="http://schemas.microsoft.com/office/drawing/2014/main" val="513059541"/>
                    </a:ext>
                  </a:extLst>
                </a:gridCol>
                <a:gridCol w="375054">
                  <a:extLst>
                    <a:ext uri="{9D8B030D-6E8A-4147-A177-3AD203B41FA5}">
                      <a16:colId xmlns:a16="http://schemas.microsoft.com/office/drawing/2014/main" val="1782980047"/>
                    </a:ext>
                  </a:extLst>
                </a:gridCol>
              </a:tblGrid>
              <a:tr h="442354">
                <a:tc>
                  <a:txBody>
                    <a:bodyPr/>
                    <a:lstStyle/>
                    <a:p>
                      <a:pPr marL="0" indent="0" algn="ctr"/>
                      <a:r>
                        <a:rPr lang="en-US" sz="1000" dirty="0">
                          <a:latin typeface="+mn-lt"/>
                        </a:rPr>
                        <a:t>0</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1</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2</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3</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4</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r>
                        <a:rPr lang="en-US" sz="1000" dirty="0">
                          <a:latin typeface="+mn-lt"/>
                        </a:rPr>
                        <a:t>5</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6</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7</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8</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latin typeface="+mn-lt"/>
                        </a:rPr>
                        <a:t>9</a:t>
                      </a: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ru-RU" sz="1000" dirty="0">
                        <a:latin typeface="+mn-lt"/>
                      </a:endParaRPr>
                    </a:p>
                  </a:txBody>
                  <a:tcPr anchor="b">
                    <a:lnL w="12700" cmpd="sng">
                      <a:noFill/>
                    </a:lnL>
                    <a:lnR w="12700" cmpd="sng">
                      <a:noFill/>
                    </a:lnR>
                    <a:lnT w="12700" cmpd="sng">
                      <a:noFill/>
                    </a:lnT>
                    <a:lnB w="12700" cap="flat" cmpd="sng" algn="ctr">
                      <a:solidFill>
                        <a:schemeClr val="bg1">
                          <a:lumMod val="1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98678343"/>
                  </a:ext>
                </a:extLst>
              </a:tr>
              <a:tr h="442354">
                <a:tc>
                  <a:txBody>
                    <a:bodyPr/>
                    <a:lstStyle/>
                    <a:p>
                      <a:pPr marL="0" indent="0"/>
                      <a:r>
                        <a:rPr lang="en-US" sz="1000" dirty="0">
                          <a:latin typeface="+mn-lt"/>
                        </a:rPr>
                        <a:t>“0”</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“1”</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“2”</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“3”</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“4”</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pPr marL="0" indent="0"/>
                      <a:r>
                        <a:rPr lang="en-US" sz="1000" dirty="0">
                          <a:latin typeface="+mn-lt"/>
                        </a:rPr>
                        <a:t>“100”</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“6”</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“7”</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“8”</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“9”</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tc>
                  <a:txBody>
                    <a:bodyPr/>
                    <a:lstStyle/>
                    <a:p>
                      <a:r>
                        <a:rPr lang="en-US" sz="1000" dirty="0">
                          <a:latin typeface="+mn-lt"/>
                        </a:rPr>
                        <a:t>…</a:t>
                      </a:r>
                      <a:endParaRPr lang="ru-RU" sz="1000" dirty="0">
                        <a:latin typeface="+mn-lt"/>
                      </a:endParaRPr>
                    </a:p>
                  </a:txBody>
                  <a:tcPr anchor="ctr">
                    <a:lnT w="12700" cap="flat" cmpd="sng" algn="ctr">
                      <a:solidFill>
                        <a:schemeClr val="bg1">
                          <a:lumMod val="10000"/>
                        </a:schemeClr>
                      </a:solidFill>
                      <a:prstDash val="solid"/>
                      <a:round/>
                      <a:headEnd type="none" w="med" len="med"/>
                      <a:tailEnd type="none" w="med" len="med"/>
                    </a:lnT>
                  </a:tcPr>
                </a:tc>
                <a:extLst>
                  <a:ext uri="{0D108BD9-81ED-4DB2-BD59-A6C34878D82A}">
                    <a16:rowId xmlns:a16="http://schemas.microsoft.com/office/drawing/2014/main" val="2752461955"/>
                  </a:ext>
                </a:extLst>
              </a:tr>
            </a:tbl>
          </a:graphicData>
        </a:graphic>
      </p:graphicFrame>
      <p:sp>
        <p:nvSpPr>
          <p:cNvPr id="13" name="TextBox 12">
            <a:extLst>
              <a:ext uri="{FF2B5EF4-FFF2-40B4-BE49-F238E27FC236}">
                <a16:creationId xmlns:a16="http://schemas.microsoft.com/office/drawing/2014/main" id="{368DA968-D32B-47F3-97BF-2D4D0E5A59FE}"/>
              </a:ext>
            </a:extLst>
          </p:cNvPr>
          <p:cNvSpPr txBox="1"/>
          <p:nvPr/>
        </p:nvSpPr>
        <p:spPr>
          <a:xfrm flipH="1">
            <a:off x="781456" y="3276600"/>
            <a:ext cx="2826572" cy="369332"/>
          </a:xfrm>
          <a:prstGeom prst="rect">
            <a:avLst/>
          </a:prstGeom>
          <a:noFill/>
        </p:spPr>
        <p:txBody>
          <a:bodyPr wrap="square" rtlCol="0">
            <a:spAutoFit/>
          </a:bodyPr>
          <a:lstStyle/>
          <a:p>
            <a:r>
              <a:rPr lang="en-US" dirty="0" err="1">
                <a:latin typeface="Consolas" panose="020B0609020204030204" pitchFamily="49" charset="0"/>
              </a:rPr>
              <a:t>list.add</a:t>
            </a:r>
            <a:r>
              <a:rPr lang="en-US" dirty="0">
                <a:latin typeface="Consolas" panose="020B0609020204030204" pitchFamily="49" charset="0"/>
              </a:rPr>
              <a:t>(5, “100”);</a:t>
            </a:r>
            <a:endParaRPr lang="ru-RU" dirty="0">
              <a:latin typeface="Consolas" panose="020B0609020204030204" pitchFamily="49" charset="0"/>
            </a:endParaRPr>
          </a:p>
        </p:txBody>
      </p:sp>
      <p:sp>
        <p:nvSpPr>
          <p:cNvPr id="15" name="TextBox 14">
            <a:extLst>
              <a:ext uri="{FF2B5EF4-FFF2-40B4-BE49-F238E27FC236}">
                <a16:creationId xmlns:a16="http://schemas.microsoft.com/office/drawing/2014/main" id="{79840459-7CB1-4764-95A4-23BBD6D79615}"/>
              </a:ext>
            </a:extLst>
          </p:cNvPr>
          <p:cNvSpPr txBox="1"/>
          <p:nvPr/>
        </p:nvSpPr>
        <p:spPr>
          <a:xfrm flipH="1">
            <a:off x="6680500" y="3219586"/>
            <a:ext cx="2826572" cy="369332"/>
          </a:xfrm>
          <a:prstGeom prst="rect">
            <a:avLst/>
          </a:prstGeom>
          <a:noFill/>
        </p:spPr>
        <p:txBody>
          <a:bodyPr wrap="square" rtlCol="0">
            <a:spAutoFit/>
          </a:bodyPr>
          <a:lstStyle/>
          <a:p>
            <a:r>
              <a:rPr lang="en-US" dirty="0" err="1">
                <a:latin typeface="Consolas" panose="020B0609020204030204" pitchFamily="49" charset="0"/>
              </a:rPr>
              <a:t>list.set</a:t>
            </a:r>
            <a:r>
              <a:rPr lang="en-US" dirty="0">
                <a:latin typeface="Consolas" panose="020B0609020204030204" pitchFamily="49" charset="0"/>
              </a:rPr>
              <a:t>(5, “100”);</a:t>
            </a:r>
            <a:endParaRPr lang="ru-RU" dirty="0">
              <a:latin typeface="Consolas" panose="020B0609020204030204" pitchFamily="49" charset="0"/>
            </a:endParaRPr>
          </a:p>
        </p:txBody>
      </p:sp>
    </p:spTree>
    <p:extLst>
      <p:ext uri="{BB962C8B-B14F-4D97-AF65-F5344CB8AC3E}">
        <p14:creationId xmlns:p14="http://schemas.microsoft.com/office/powerpoint/2010/main" val="1858641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a:xfrm>
            <a:off x="609600" y="606463"/>
            <a:ext cx="10972800" cy="1143000"/>
          </a:xfrm>
        </p:spPr>
        <p:txBody>
          <a:bodyPr>
            <a:normAutofit/>
          </a:bodyPr>
          <a:lstStyle/>
          <a:p>
            <a:r>
              <a:rPr lang="en-US" dirty="0"/>
              <a:t>List: </a:t>
            </a:r>
            <a:r>
              <a:rPr lang="ru-RU" dirty="0"/>
              <a:t>плюсы и минусы</a:t>
            </a:r>
          </a:p>
        </p:txBody>
      </p:sp>
      <p:sp>
        <p:nvSpPr>
          <p:cNvPr id="7" name="TextBox 6">
            <a:extLst>
              <a:ext uri="{FF2B5EF4-FFF2-40B4-BE49-F238E27FC236}">
                <a16:creationId xmlns:a16="http://schemas.microsoft.com/office/drawing/2014/main" id="{84E37CF8-FA0A-42D3-A5E2-D260BB65A576}"/>
              </a:ext>
            </a:extLst>
          </p:cNvPr>
          <p:cNvSpPr txBox="1"/>
          <p:nvPr/>
        </p:nvSpPr>
        <p:spPr>
          <a:xfrm>
            <a:off x="609600" y="2000923"/>
            <a:ext cx="10972800" cy="4093428"/>
          </a:xfrm>
          <a:prstGeom prst="rect">
            <a:avLst/>
          </a:prstGeom>
          <a:noFill/>
        </p:spPr>
        <p:txBody>
          <a:bodyPr wrap="square" rtlCol="0">
            <a:spAutoFit/>
          </a:bodyPr>
          <a:lstStyle/>
          <a:p>
            <a:pPr marL="720725" indent="-635000">
              <a:buFont typeface="Calibri" panose="020F0502020204030204" pitchFamily="34" charset="0"/>
              <a:buChar char="⁺"/>
            </a:pPr>
            <a:r>
              <a:rPr lang="ru-RU" sz="2800" dirty="0"/>
              <a:t>Быстрый доступ к элементу по индексу за время О(1)</a:t>
            </a:r>
          </a:p>
          <a:p>
            <a:pPr marL="720725" indent="-635000">
              <a:buFont typeface="Calibri" panose="020F0502020204030204" pitchFamily="34" charset="0"/>
              <a:buChar char="⁺"/>
            </a:pPr>
            <a:r>
              <a:rPr lang="ru-RU" sz="2800" dirty="0"/>
              <a:t>Позволяет хранить любые значения, в том числе </a:t>
            </a:r>
            <a:r>
              <a:rPr lang="en-US" sz="2800" dirty="0"/>
              <a:t>null.</a:t>
            </a:r>
            <a:endParaRPr lang="ru-RU" sz="2800" dirty="0"/>
          </a:p>
          <a:p>
            <a:pPr marL="720725" indent="-635000">
              <a:buFont typeface="Calibri" panose="020F0502020204030204" pitchFamily="34" charset="0"/>
              <a:buChar char="⁺"/>
            </a:pPr>
            <a:r>
              <a:rPr lang="ru-RU" sz="2800" dirty="0"/>
              <a:t>Доступ к элементу по значению за О(</a:t>
            </a:r>
            <a:r>
              <a:rPr lang="en-US" sz="2800" dirty="0"/>
              <a:t>n</a:t>
            </a:r>
            <a:r>
              <a:rPr lang="ru-RU" sz="2800" dirty="0"/>
              <a:t>)</a:t>
            </a:r>
          </a:p>
          <a:p>
            <a:pPr marL="720725" indent="-635000">
              <a:buFont typeface="Calibri" panose="020F0502020204030204" pitchFamily="34" charset="0"/>
              <a:buChar char="⁺"/>
            </a:pPr>
            <a:r>
              <a:rPr lang="ru-RU" sz="2800" dirty="0"/>
              <a:t>Нет накладных расходов на хранение</a:t>
            </a:r>
          </a:p>
          <a:p>
            <a:pPr marL="720725" indent="-635000">
              <a:buFont typeface="Calibri" panose="020F0502020204030204" pitchFamily="34" charset="0"/>
              <a:buChar char="⁺"/>
            </a:pPr>
            <a:endParaRPr lang="ru-RU" sz="2800" dirty="0"/>
          </a:p>
          <a:p>
            <a:pPr marL="720725" indent="-635000">
              <a:buFont typeface="Calibri" panose="020F0502020204030204" pitchFamily="34" charset="0"/>
              <a:buChar char="‐"/>
            </a:pPr>
            <a:r>
              <a:rPr lang="ru-RU" sz="2800" dirty="0"/>
              <a:t>Медленная вставка и удаление в середину списка</a:t>
            </a:r>
          </a:p>
          <a:p>
            <a:pPr marL="720725" indent="-635000">
              <a:buFont typeface="Calibri" panose="020F0502020204030204" pitchFamily="34" charset="0"/>
              <a:buChar char="‐"/>
            </a:pPr>
            <a:r>
              <a:rPr lang="ru-RU" sz="2800" dirty="0"/>
              <a:t>При удалении элементов размер массива не уменьшается, до явного вызова метода </a:t>
            </a:r>
            <a:r>
              <a:rPr lang="ru-RU" sz="2800" b="1" dirty="0" err="1"/>
              <a:t>trimToSize</a:t>
            </a:r>
            <a:r>
              <a:rPr lang="ru-RU" sz="2800" dirty="0"/>
              <a:t>()</a:t>
            </a:r>
          </a:p>
          <a:p>
            <a:pPr marL="285750" indent="-285750">
              <a:buFont typeface="Calibri" panose="020F0502020204030204" pitchFamily="34" charset="0"/>
              <a:buChar char="⁺"/>
            </a:pPr>
            <a:endParaRPr lang="ru-RU" dirty="0"/>
          </a:p>
          <a:p>
            <a:endParaRPr lang="ru-RU" dirty="0"/>
          </a:p>
        </p:txBody>
      </p:sp>
    </p:spTree>
    <p:extLst>
      <p:ext uri="{BB962C8B-B14F-4D97-AF65-F5344CB8AC3E}">
        <p14:creationId xmlns:p14="http://schemas.microsoft.com/office/powerpoint/2010/main" val="2631824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a:xfrm>
            <a:off x="609600" y="606463"/>
            <a:ext cx="10972800" cy="1143000"/>
          </a:xfrm>
        </p:spPr>
        <p:txBody>
          <a:bodyPr>
            <a:normAutofit/>
          </a:bodyPr>
          <a:lstStyle/>
          <a:p>
            <a:r>
              <a:rPr lang="ru-RU" dirty="0"/>
              <a:t>Класс </a:t>
            </a:r>
            <a:r>
              <a:rPr lang="en-US" dirty="0"/>
              <a:t>Vector</a:t>
            </a:r>
            <a:endParaRPr lang="ru-RU" dirty="0"/>
          </a:p>
        </p:txBody>
      </p:sp>
      <p:sp>
        <p:nvSpPr>
          <p:cNvPr id="7" name="TextBox 6">
            <a:extLst>
              <a:ext uri="{FF2B5EF4-FFF2-40B4-BE49-F238E27FC236}">
                <a16:creationId xmlns:a16="http://schemas.microsoft.com/office/drawing/2014/main" id="{84E37CF8-FA0A-42D3-A5E2-D260BB65A576}"/>
              </a:ext>
            </a:extLst>
          </p:cNvPr>
          <p:cNvSpPr txBox="1"/>
          <p:nvPr/>
        </p:nvSpPr>
        <p:spPr>
          <a:xfrm>
            <a:off x="701637" y="1749463"/>
            <a:ext cx="8220752" cy="2308324"/>
          </a:xfrm>
          <a:prstGeom prst="rect">
            <a:avLst/>
          </a:prstGeom>
          <a:noFill/>
        </p:spPr>
        <p:txBody>
          <a:bodyPr wrap="square" rtlCol="0">
            <a:spAutoFit/>
          </a:bodyPr>
          <a:lstStyle/>
          <a:p>
            <a:pPr marL="285750" indent="-285750">
              <a:buFont typeface="Arial" panose="020B0604020202020204" pitchFamily="34" charset="0"/>
              <a:buChar char="•"/>
            </a:pPr>
            <a:r>
              <a:rPr lang="ru-RU" sz="2400" b="1" dirty="0"/>
              <a:t>Класс </a:t>
            </a:r>
            <a:r>
              <a:rPr lang="ru-RU" sz="2400" b="1" dirty="0" err="1"/>
              <a:t>Vector</a:t>
            </a:r>
            <a:r>
              <a:rPr lang="ru-RU" sz="2400" dirty="0"/>
              <a:t> реализует динамический массив</a:t>
            </a:r>
            <a:endParaRPr lang="en-US" sz="2400" dirty="0"/>
          </a:p>
          <a:p>
            <a:pPr marL="285750" indent="-285750">
              <a:buFont typeface="Arial" panose="020B0604020202020204" pitchFamily="34" charset="0"/>
              <a:buChar char="•"/>
            </a:pPr>
            <a:r>
              <a:rPr lang="ru-RU" sz="2400" dirty="0"/>
              <a:t>Он похож на </a:t>
            </a:r>
            <a:r>
              <a:rPr lang="en-US" sz="2400" b="1" dirty="0" err="1"/>
              <a:t>ArrayList</a:t>
            </a:r>
            <a:r>
              <a:rPr lang="ru-RU" sz="2400" dirty="0"/>
              <a:t>, , но есть отличия:</a:t>
            </a:r>
          </a:p>
          <a:p>
            <a:pPr marL="742950" lvl="1" indent="-285750">
              <a:buFont typeface="Calibri" panose="020F0502020204030204" pitchFamily="34" charset="0"/>
              <a:buChar char="-"/>
            </a:pPr>
            <a:r>
              <a:rPr lang="ru-RU" sz="2400" b="1" dirty="0" err="1"/>
              <a:t>Vector</a:t>
            </a:r>
            <a:r>
              <a:rPr lang="ru-RU" sz="2400" dirty="0"/>
              <a:t> синхронизирован.</a:t>
            </a:r>
          </a:p>
          <a:p>
            <a:pPr marL="742950" lvl="1" indent="-285750">
              <a:buFont typeface="Calibri" panose="020F0502020204030204" pitchFamily="34" charset="0"/>
              <a:buChar char="-"/>
            </a:pPr>
            <a:r>
              <a:rPr lang="ru-RU" sz="2400" b="1" dirty="0" err="1"/>
              <a:t>Vector</a:t>
            </a:r>
            <a:r>
              <a:rPr lang="ru-RU" sz="2400" dirty="0"/>
              <a:t> содержит много устаревших методов, которые не являются частью структуры коллекций.</a:t>
            </a:r>
          </a:p>
          <a:p>
            <a:pPr marL="742950" lvl="1" indent="-285750">
              <a:buFont typeface="Calibri" panose="020F0502020204030204" pitchFamily="34" charset="0"/>
              <a:buChar char="-"/>
            </a:pPr>
            <a:r>
              <a:rPr lang="ru-RU" sz="2400" dirty="0"/>
              <a:t>Скорость роста</a:t>
            </a:r>
          </a:p>
        </p:txBody>
      </p:sp>
      <p:pic>
        <p:nvPicPr>
          <p:cNvPr id="2" name="Picture 1">
            <a:extLst>
              <a:ext uri="{FF2B5EF4-FFF2-40B4-BE49-F238E27FC236}">
                <a16:creationId xmlns:a16="http://schemas.microsoft.com/office/drawing/2014/main" id="{EBCBE600-B84E-4104-A9C4-3401705F4447}"/>
              </a:ext>
            </a:extLst>
          </p:cNvPr>
          <p:cNvPicPr>
            <a:picLocks noChangeAspect="1"/>
          </p:cNvPicPr>
          <p:nvPr/>
        </p:nvPicPr>
        <p:blipFill>
          <a:blip r:embed="rId3">
            <a:duotone>
              <a:schemeClr val="accent3">
                <a:shade val="45000"/>
                <a:satMod val="135000"/>
              </a:schemeClr>
              <a:prstClr val="white"/>
            </a:duotone>
          </a:blip>
          <a:stretch>
            <a:fillRect/>
          </a:stretch>
        </p:blipFill>
        <p:spPr>
          <a:xfrm>
            <a:off x="9014426" y="1749463"/>
            <a:ext cx="1781175" cy="2571750"/>
          </a:xfrm>
          <a:prstGeom prst="rect">
            <a:avLst/>
          </a:prstGeom>
        </p:spPr>
      </p:pic>
    </p:spTree>
    <p:extLst>
      <p:ext uri="{BB962C8B-B14F-4D97-AF65-F5344CB8AC3E}">
        <p14:creationId xmlns:p14="http://schemas.microsoft.com/office/powerpoint/2010/main" val="361560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2A4AB-C617-4AEA-8A10-8AC9CCC18D22}"/>
              </a:ext>
            </a:extLst>
          </p:cNvPr>
          <p:cNvSpPr>
            <a:spLocks noGrp="1"/>
          </p:cNvSpPr>
          <p:nvPr>
            <p:ph type="title"/>
          </p:nvPr>
        </p:nvSpPr>
        <p:spPr>
          <a:xfrm>
            <a:off x="609600" y="606463"/>
            <a:ext cx="10972800" cy="1143000"/>
          </a:xfrm>
        </p:spPr>
        <p:txBody>
          <a:bodyPr>
            <a:normAutofit/>
          </a:bodyPr>
          <a:lstStyle/>
          <a:p>
            <a:r>
              <a:rPr lang="ru-RU" b="1" dirty="0"/>
              <a:t>Выбор между ArrayList и </a:t>
            </a:r>
            <a:r>
              <a:rPr lang="ru-RU" b="1" dirty="0" err="1"/>
              <a:t>Vector</a:t>
            </a:r>
            <a:endParaRPr lang="ru-RU" dirty="0"/>
          </a:p>
        </p:txBody>
      </p:sp>
      <p:sp>
        <p:nvSpPr>
          <p:cNvPr id="7" name="TextBox 6">
            <a:extLst>
              <a:ext uri="{FF2B5EF4-FFF2-40B4-BE49-F238E27FC236}">
                <a16:creationId xmlns:a16="http://schemas.microsoft.com/office/drawing/2014/main" id="{84E37CF8-FA0A-42D3-A5E2-D260BB65A576}"/>
              </a:ext>
            </a:extLst>
          </p:cNvPr>
          <p:cNvSpPr txBox="1"/>
          <p:nvPr/>
        </p:nvSpPr>
        <p:spPr>
          <a:xfrm>
            <a:off x="448235" y="1861074"/>
            <a:ext cx="10972800" cy="1569660"/>
          </a:xfrm>
          <a:prstGeom prst="rect">
            <a:avLst/>
          </a:prstGeom>
          <a:noFill/>
        </p:spPr>
        <p:txBody>
          <a:bodyPr wrap="square" rtlCol="0">
            <a:spAutoFit/>
          </a:bodyPr>
          <a:lstStyle/>
          <a:p>
            <a:r>
              <a:rPr lang="ru-RU" sz="3200" dirty="0"/>
              <a:t>В большинстве случаев будет зависеть от того, требуется ли синхронизация. Если синхронизация требуется, то лучшим выбором будет </a:t>
            </a:r>
            <a:r>
              <a:rPr lang="ru-RU" sz="3200" dirty="0" err="1"/>
              <a:t>Vector</a:t>
            </a:r>
            <a:r>
              <a:rPr lang="ru-RU" sz="3200" dirty="0"/>
              <a:t>. </a:t>
            </a:r>
          </a:p>
        </p:txBody>
      </p:sp>
      <p:pic>
        <p:nvPicPr>
          <p:cNvPr id="2" name="Picture 1">
            <a:extLst>
              <a:ext uri="{FF2B5EF4-FFF2-40B4-BE49-F238E27FC236}">
                <a16:creationId xmlns:a16="http://schemas.microsoft.com/office/drawing/2014/main" id="{5445FC96-BD6F-441D-A51A-120E47B5A4DF}"/>
              </a:ext>
            </a:extLst>
          </p:cNvPr>
          <p:cNvPicPr>
            <a:picLocks noChangeAspect="1"/>
          </p:cNvPicPr>
          <p:nvPr/>
        </p:nvPicPr>
        <p:blipFill rotWithShape="1">
          <a:blip r:embed="rId3">
            <a:duotone>
              <a:schemeClr val="accent6">
                <a:shade val="45000"/>
                <a:satMod val="135000"/>
              </a:schemeClr>
              <a:prstClr val="white"/>
            </a:duotone>
          </a:blip>
          <a:srcRect l="20217" t="25510" r="19653" b="21385"/>
          <a:stretch/>
        </p:blipFill>
        <p:spPr>
          <a:xfrm>
            <a:off x="7000740" y="3542345"/>
            <a:ext cx="3615801" cy="2395025"/>
          </a:xfrm>
          <a:prstGeom prst="rect">
            <a:avLst/>
          </a:prstGeom>
          <a:ln>
            <a:noFill/>
          </a:ln>
          <a:effectLst>
            <a:softEdge rad="112500"/>
          </a:effectLst>
        </p:spPr>
      </p:pic>
    </p:spTree>
    <p:extLst>
      <p:ext uri="{BB962C8B-B14F-4D97-AF65-F5344CB8AC3E}">
        <p14:creationId xmlns:p14="http://schemas.microsoft.com/office/powerpoint/2010/main" val="1995861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E59253-7A80-4BEF-9901-397156945647}"/>
              </a:ext>
            </a:extLst>
          </p:cNvPr>
          <p:cNvSpPr>
            <a:spLocks noGrp="1"/>
          </p:cNvSpPr>
          <p:nvPr>
            <p:ph type="title"/>
          </p:nvPr>
        </p:nvSpPr>
        <p:spPr/>
        <p:txBody>
          <a:bodyPr/>
          <a:lstStyle/>
          <a:p>
            <a:r>
              <a:rPr lang="ru-RU" dirty="0"/>
              <a:t>Очереди</a:t>
            </a:r>
          </a:p>
        </p:txBody>
      </p:sp>
      <p:sp>
        <p:nvSpPr>
          <p:cNvPr id="3" name="Text Placeholder 2"/>
          <p:cNvSpPr>
            <a:spLocks noGrp="1"/>
          </p:cNvSpPr>
          <p:nvPr>
            <p:ph type="body" sz="quarter" idx="4294967295"/>
          </p:nvPr>
        </p:nvSpPr>
        <p:spPr>
          <a:xfrm>
            <a:off x="728434" y="1809739"/>
            <a:ext cx="6381750" cy="3988633"/>
          </a:xfrm>
        </p:spPr>
        <p:txBody>
          <a:bodyPr>
            <a:normAutofit fontScale="62500" lnSpcReduction="20000"/>
          </a:bodyPr>
          <a:lstStyle/>
          <a:p>
            <a:pPr marL="285750" indent="-285750">
              <a:buFont typeface="Arial" panose="020B0604020202020204" pitchFamily="34" charset="0"/>
              <a:buChar char="•"/>
            </a:pPr>
            <a:r>
              <a:rPr lang="ru-RU" dirty="0"/>
              <a:t>Очереди представляют структуру данных, работающую по принципу FIFO (first in - first </a:t>
            </a:r>
            <a:r>
              <a:rPr lang="ru-RU" dirty="0" err="1"/>
              <a:t>out</a:t>
            </a:r>
            <a:r>
              <a:rPr lang="ru-RU" dirty="0"/>
              <a:t>).</a:t>
            </a:r>
          </a:p>
          <a:p>
            <a:pPr marL="285750" indent="-285750">
              <a:buFont typeface="Arial" panose="020B0604020202020204" pitchFamily="34" charset="0"/>
              <a:buChar char="•"/>
            </a:pPr>
            <a:r>
              <a:rPr lang="ru-RU" dirty="0"/>
              <a:t>Классы очередей реализуют специальные интерфейсы </a:t>
            </a:r>
            <a:r>
              <a:rPr lang="ru-RU" b="1" dirty="0"/>
              <a:t>Queue</a:t>
            </a:r>
            <a:r>
              <a:rPr lang="ru-RU" dirty="0"/>
              <a:t> или </a:t>
            </a:r>
            <a:r>
              <a:rPr lang="ru-RU" b="1" dirty="0"/>
              <a:t>Deque</a:t>
            </a:r>
            <a:r>
              <a:rPr lang="ru-RU" dirty="0"/>
              <a:t>.</a:t>
            </a:r>
            <a:endParaRPr lang="en-US" dirty="0"/>
          </a:p>
          <a:p>
            <a:pPr marL="285750" indent="-285750">
              <a:buFont typeface="Arial" panose="020B0604020202020204" pitchFamily="34" charset="0"/>
              <a:buChar char="•"/>
            </a:pPr>
            <a:r>
              <a:rPr lang="ru-RU" dirty="0"/>
              <a:t>Элементы могут добавляться в очередь только с одного конца, а извлекаться с другого и\или с этого же</a:t>
            </a:r>
          </a:p>
          <a:p>
            <a:pPr marL="285750" indent="-285750">
              <a:buFont typeface="Arial" panose="020B0604020202020204" pitchFamily="34" charset="0"/>
              <a:buChar char="•"/>
            </a:pPr>
            <a:r>
              <a:rPr lang="ru-RU" dirty="0"/>
              <a:t>Не могут хранить </a:t>
            </a:r>
            <a:r>
              <a:rPr lang="en-US" dirty="0"/>
              <a:t>null</a:t>
            </a:r>
            <a:endParaRPr lang="ru-RU" dirty="0"/>
          </a:p>
        </p:txBody>
      </p:sp>
      <p:pic>
        <p:nvPicPr>
          <p:cNvPr id="4" name="Picture 3"/>
          <p:cNvPicPr>
            <a:picLocks noChangeAspect="1"/>
          </p:cNvPicPr>
          <p:nvPr/>
        </p:nvPicPr>
        <p:blipFill>
          <a:blip r:embed="rId2"/>
          <a:stretch>
            <a:fillRect/>
          </a:stretch>
        </p:blipFill>
        <p:spPr>
          <a:xfrm>
            <a:off x="8139541" y="1809739"/>
            <a:ext cx="3370764" cy="3536812"/>
          </a:xfrm>
          <a:prstGeom prst="rect">
            <a:avLst/>
          </a:prstGeom>
          <a:ln>
            <a:noFill/>
          </a:ln>
          <a:effectLst>
            <a:softEdge rad="112500"/>
          </a:effectLst>
        </p:spPr>
      </p:pic>
    </p:spTree>
    <p:extLst>
      <p:ext uri="{BB962C8B-B14F-4D97-AF65-F5344CB8AC3E}">
        <p14:creationId xmlns:p14="http://schemas.microsoft.com/office/powerpoint/2010/main" val="14112679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54B0F2-A554-4DCF-AE66-9FA42EB59127}"/>
              </a:ext>
            </a:extLst>
          </p:cNvPr>
          <p:cNvSpPr>
            <a:spLocks noGrp="1"/>
          </p:cNvSpPr>
          <p:nvPr>
            <p:ph type="title"/>
          </p:nvPr>
        </p:nvSpPr>
        <p:spPr/>
        <p:txBody>
          <a:bodyPr>
            <a:normAutofit/>
          </a:bodyPr>
          <a:lstStyle/>
          <a:p>
            <a:r>
              <a:rPr lang="en-US" dirty="0"/>
              <a:t>Queue: </a:t>
            </a:r>
            <a:r>
              <a:rPr lang="ru-RU" dirty="0"/>
              <a:t>основные методы</a:t>
            </a:r>
          </a:p>
        </p:txBody>
      </p:sp>
      <p:sp>
        <p:nvSpPr>
          <p:cNvPr id="3" name="Text Placeholder 2"/>
          <p:cNvSpPr>
            <a:spLocks noGrp="1"/>
          </p:cNvSpPr>
          <p:nvPr>
            <p:ph type="body" sz="quarter" idx="4294967295"/>
          </p:nvPr>
        </p:nvSpPr>
        <p:spPr>
          <a:xfrm>
            <a:off x="609601" y="1809739"/>
            <a:ext cx="7477496" cy="4236059"/>
          </a:xfrm>
        </p:spPr>
        <p:txBody>
          <a:bodyPr>
            <a:normAutofit/>
          </a:bodyPr>
          <a:lstStyle/>
          <a:p>
            <a:pPr marL="285750" indent="-285750">
              <a:buFont typeface="Arial" panose="020B0604020202020204" pitchFamily="34" charset="0"/>
              <a:buChar char="•"/>
            </a:pPr>
            <a:r>
              <a:rPr lang="ru-RU" sz="1600" dirty="0"/>
              <a:t>Обобщенный интерфейс Queue&lt;E&gt; расширяет базовый интерфейс Collection и определяет поведение класса в качестве однонаправленной очереди. Свою функциональность он раскрывает через следующие методы:</a:t>
            </a:r>
          </a:p>
          <a:p>
            <a:pPr marL="742950" lvl="1" indent="-285750">
              <a:buFont typeface="Arial" panose="020B0604020202020204" pitchFamily="34" charset="0"/>
              <a:buChar char="•"/>
            </a:pPr>
            <a:r>
              <a:rPr lang="ru-RU" sz="1600" b="1" dirty="0"/>
              <a:t>E element()</a:t>
            </a:r>
            <a:r>
              <a:rPr lang="ru-RU" sz="1600" dirty="0"/>
              <a:t>: возвращает, но не удаляет, элемент из начала очереди. Если очередь пуста, генерирует исключение NoSuchElementException</a:t>
            </a:r>
          </a:p>
          <a:p>
            <a:pPr marL="742950" lvl="1" indent="-285750">
              <a:buFont typeface="Arial" panose="020B0604020202020204" pitchFamily="34" charset="0"/>
              <a:buChar char="•"/>
            </a:pPr>
            <a:r>
              <a:rPr lang="ru-RU" sz="1600" b="1" dirty="0"/>
              <a:t>boolean offer(E obj)</a:t>
            </a:r>
            <a:r>
              <a:rPr lang="ru-RU" sz="1600" dirty="0"/>
              <a:t>: добавляет элемент obj в конец очереди. Если элемент удачно добавлен, возвращает true, иначе - false</a:t>
            </a:r>
          </a:p>
          <a:p>
            <a:pPr marL="742950" lvl="1" indent="-285750">
              <a:buFont typeface="Arial" panose="020B0604020202020204" pitchFamily="34" charset="0"/>
              <a:buChar char="•"/>
            </a:pPr>
            <a:r>
              <a:rPr lang="ru-RU" sz="1600" b="1" dirty="0"/>
              <a:t>E peek()</a:t>
            </a:r>
            <a:r>
              <a:rPr lang="ru-RU" sz="1600" dirty="0"/>
              <a:t>:  возвращает без удаления элемент из начала очереди. Если очередь пуста, возвращает значение null</a:t>
            </a:r>
          </a:p>
          <a:p>
            <a:pPr marL="742950" lvl="1" indent="-285750">
              <a:buFont typeface="Arial" panose="020B0604020202020204" pitchFamily="34" charset="0"/>
              <a:buChar char="•"/>
            </a:pPr>
            <a:r>
              <a:rPr lang="ru-RU" sz="1600" b="1" dirty="0"/>
              <a:t>E poll()</a:t>
            </a:r>
            <a:r>
              <a:rPr lang="ru-RU" sz="1600" dirty="0"/>
              <a:t>: возвращает с удалением элемент из начала очереди. Если очередь пуста, возвращает значение null</a:t>
            </a:r>
          </a:p>
          <a:p>
            <a:pPr marL="742950" lvl="1" indent="-285750">
              <a:buFont typeface="Arial" panose="020B0604020202020204" pitchFamily="34" charset="0"/>
              <a:buChar char="•"/>
            </a:pPr>
            <a:r>
              <a:rPr lang="ru-RU" sz="1600" b="1" dirty="0"/>
              <a:t>E remove()</a:t>
            </a:r>
            <a:r>
              <a:rPr lang="ru-RU" sz="1600" dirty="0"/>
              <a:t>: возвращает с удалением элемент из начала очереди. Если очередь пуста, генерирует исключение NoSuchElementException</a:t>
            </a:r>
            <a:endParaRPr lang="en-US" sz="1600" dirty="0"/>
          </a:p>
          <a:p>
            <a:pPr marL="742950" lvl="1" indent="-285750">
              <a:buFont typeface="Arial" panose="020B0604020202020204" pitchFamily="34" charset="0"/>
              <a:buChar char="•"/>
            </a:pPr>
            <a:r>
              <a:rPr lang="en-US" sz="1600" b="1" dirty="0"/>
              <a:t>E remove</a:t>
            </a:r>
            <a:r>
              <a:rPr lang="ru-RU" sz="1600" b="1" dirty="0"/>
              <a:t>(E </a:t>
            </a:r>
            <a:r>
              <a:rPr lang="ru-RU" sz="1600" b="1" dirty="0" err="1"/>
              <a:t>obj</a:t>
            </a:r>
            <a:r>
              <a:rPr lang="ru-RU" sz="1600" b="1" dirty="0"/>
              <a:t>)</a:t>
            </a:r>
          </a:p>
        </p:txBody>
      </p:sp>
      <p:pic>
        <p:nvPicPr>
          <p:cNvPr id="5" name="Picture 4">
            <a:extLst>
              <a:ext uri="{FF2B5EF4-FFF2-40B4-BE49-F238E27FC236}">
                <a16:creationId xmlns:a16="http://schemas.microsoft.com/office/drawing/2014/main" id="{A3456811-C94C-4A33-9F53-9EAF40F0CEA2}"/>
              </a:ext>
            </a:extLst>
          </p:cNvPr>
          <p:cNvPicPr>
            <a:picLocks noChangeAspect="1"/>
          </p:cNvPicPr>
          <p:nvPr/>
        </p:nvPicPr>
        <p:blipFill rotWithShape="1">
          <a:blip r:embed="rId2">
            <a:duotone>
              <a:schemeClr val="accent6">
                <a:shade val="45000"/>
                <a:satMod val="135000"/>
              </a:schemeClr>
              <a:prstClr val="white"/>
            </a:duotone>
          </a:blip>
          <a:srcRect t="2381" b="36429"/>
          <a:stretch/>
        </p:blipFill>
        <p:spPr>
          <a:xfrm>
            <a:off x="8087097" y="2571750"/>
            <a:ext cx="4014643" cy="1842434"/>
          </a:xfrm>
          <a:prstGeom prst="rect">
            <a:avLst/>
          </a:prstGeom>
        </p:spPr>
      </p:pic>
    </p:spTree>
    <p:extLst>
      <p:ext uri="{BB962C8B-B14F-4D97-AF65-F5344CB8AC3E}">
        <p14:creationId xmlns:p14="http://schemas.microsoft.com/office/powerpoint/2010/main" val="19537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54B0F2-A554-4DCF-AE66-9FA42EB59127}"/>
              </a:ext>
            </a:extLst>
          </p:cNvPr>
          <p:cNvSpPr>
            <a:spLocks noGrp="1"/>
          </p:cNvSpPr>
          <p:nvPr>
            <p:ph type="title"/>
          </p:nvPr>
        </p:nvSpPr>
        <p:spPr/>
        <p:txBody>
          <a:bodyPr>
            <a:normAutofit/>
          </a:bodyPr>
          <a:lstStyle/>
          <a:p>
            <a:r>
              <a:rPr lang="en-US" dirty="0"/>
              <a:t>Deque: </a:t>
            </a:r>
            <a:r>
              <a:rPr lang="ru-RU" dirty="0"/>
              <a:t>основные методы</a:t>
            </a:r>
          </a:p>
        </p:txBody>
      </p:sp>
      <p:sp>
        <p:nvSpPr>
          <p:cNvPr id="3" name="Text Placeholder 2"/>
          <p:cNvSpPr>
            <a:spLocks noGrp="1"/>
          </p:cNvSpPr>
          <p:nvPr>
            <p:ph type="body" sz="quarter" idx="4294967295"/>
          </p:nvPr>
        </p:nvSpPr>
        <p:spPr>
          <a:xfrm>
            <a:off x="609600" y="1809740"/>
            <a:ext cx="10706100" cy="1714500"/>
          </a:xfrm>
        </p:spPr>
        <p:txBody>
          <a:bodyPr>
            <a:normAutofit fontScale="62500" lnSpcReduction="20000"/>
          </a:bodyPr>
          <a:lstStyle/>
          <a:p>
            <a:pPr marL="0" indent="0">
              <a:buNone/>
              <a:tabLst>
                <a:tab pos="268288" algn="l"/>
              </a:tabLst>
            </a:pPr>
            <a:r>
              <a:rPr lang="ru-RU" dirty="0"/>
              <a:t>Интерфейс </a:t>
            </a:r>
            <a:r>
              <a:rPr lang="ru-RU" b="1" dirty="0" err="1"/>
              <a:t>Deque</a:t>
            </a:r>
            <a:r>
              <a:rPr lang="ru-RU" dirty="0"/>
              <a:t> расширяет интерфейс </a:t>
            </a:r>
            <a:r>
              <a:rPr lang="ru-RU" b="1" dirty="0" err="1"/>
              <a:t>Queue</a:t>
            </a:r>
            <a:r>
              <a:rPr lang="ru-RU" dirty="0"/>
              <a:t> и определяет поведение двунаправленной очереди, которая работает как обычная однонаправленная очередь, либо как стек, действующий по принципу LIFO (последний вошел - первый вышел).</a:t>
            </a:r>
          </a:p>
        </p:txBody>
      </p:sp>
      <p:pic>
        <p:nvPicPr>
          <p:cNvPr id="5" name="Picture 4">
            <a:extLst>
              <a:ext uri="{FF2B5EF4-FFF2-40B4-BE49-F238E27FC236}">
                <a16:creationId xmlns:a16="http://schemas.microsoft.com/office/drawing/2014/main" id="{BA026273-3607-4617-A498-03BFB7E3BC65}"/>
              </a:ext>
            </a:extLst>
          </p:cNvPr>
          <p:cNvPicPr>
            <a:picLocks noChangeAspect="1"/>
          </p:cNvPicPr>
          <p:nvPr/>
        </p:nvPicPr>
        <p:blipFill rotWithShape="1">
          <a:blip r:embed="rId2">
            <a:duotone>
              <a:schemeClr val="accent6">
                <a:shade val="45000"/>
                <a:satMod val="135000"/>
              </a:schemeClr>
              <a:prstClr val="white"/>
            </a:duotone>
          </a:blip>
          <a:srcRect t="1905" b="38809"/>
          <a:stretch/>
        </p:blipFill>
        <p:spPr>
          <a:xfrm>
            <a:off x="4168048" y="3823827"/>
            <a:ext cx="3855904" cy="1714500"/>
          </a:xfrm>
          <a:prstGeom prst="rect">
            <a:avLst/>
          </a:prstGeom>
        </p:spPr>
      </p:pic>
    </p:spTree>
    <p:extLst>
      <p:ext uri="{BB962C8B-B14F-4D97-AF65-F5344CB8AC3E}">
        <p14:creationId xmlns:p14="http://schemas.microsoft.com/office/powerpoint/2010/main" val="2922106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54B0F2-A554-4DCF-AE66-9FA42EB59127}"/>
              </a:ext>
            </a:extLst>
          </p:cNvPr>
          <p:cNvSpPr>
            <a:spLocks noGrp="1"/>
          </p:cNvSpPr>
          <p:nvPr>
            <p:ph type="title"/>
          </p:nvPr>
        </p:nvSpPr>
        <p:spPr/>
        <p:txBody>
          <a:bodyPr>
            <a:normAutofit/>
          </a:bodyPr>
          <a:lstStyle/>
          <a:p>
            <a:r>
              <a:rPr lang="en-US" dirty="0"/>
              <a:t>Deque: </a:t>
            </a:r>
            <a:r>
              <a:rPr lang="ru-RU" dirty="0"/>
              <a:t>основные методы</a:t>
            </a:r>
          </a:p>
        </p:txBody>
      </p:sp>
      <p:sp>
        <p:nvSpPr>
          <p:cNvPr id="3" name="Text Placeholder 2"/>
          <p:cNvSpPr>
            <a:spLocks noGrp="1"/>
          </p:cNvSpPr>
          <p:nvPr>
            <p:ph type="body" sz="quarter" idx="4294967295"/>
          </p:nvPr>
        </p:nvSpPr>
        <p:spPr>
          <a:xfrm>
            <a:off x="609600" y="1723678"/>
            <a:ext cx="11116236" cy="4236059"/>
          </a:xfrm>
        </p:spPr>
        <p:txBody>
          <a:bodyPr>
            <a:noAutofit/>
          </a:bodyPr>
          <a:lstStyle/>
          <a:p>
            <a:pPr marL="0" indent="0">
              <a:buNone/>
            </a:pPr>
            <a:r>
              <a:rPr lang="ru-RU" sz="1300" dirty="0"/>
              <a:t>Интерфейс </a:t>
            </a:r>
            <a:r>
              <a:rPr lang="ru-RU" sz="1300" dirty="0" err="1"/>
              <a:t>Deque</a:t>
            </a:r>
            <a:r>
              <a:rPr lang="ru-RU" sz="1300" dirty="0"/>
              <a:t> определяет следующие методы:</a:t>
            </a:r>
          </a:p>
          <a:p>
            <a:pPr marL="209564" indent="-285750"/>
            <a:r>
              <a:rPr lang="ru-RU" sz="1300" b="1" dirty="0"/>
              <a:t>void </a:t>
            </a:r>
            <a:r>
              <a:rPr lang="ru-RU" sz="1300" b="1" dirty="0" err="1"/>
              <a:t>addFirst</a:t>
            </a:r>
            <a:r>
              <a:rPr lang="ru-RU" sz="1300" b="1" dirty="0"/>
              <a:t>(E </a:t>
            </a:r>
            <a:r>
              <a:rPr lang="ru-RU" sz="1300" b="1" dirty="0" err="1"/>
              <a:t>obj</a:t>
            </a:r>
            <a:r>
              <a:rPr lang="ru-RU" sz="1300" b="1" dirty="0"/>
              <a:t>)</a:t>
            </a:r>
            <a:r>
              <a:rPr lang="ru-RU" sz="1300" dirty="0"/>
              <a:t>: добавляет элемент в начало очереди</a:t>
            </a:r>
          </a:p>
          <a:p>
            <a:pPr marL="209564" indent="-285750"/>
            <a:r>
              <a:rPr lang="ru-RU" sz="1300" b="1" dirty="0"/>
              <a:t>void </a:t>
            </a:r>
            <a:r>
              <a:rPr lang="ru-RU" sz="1300" b="1" dirty="0" err="1"/>
              <a:t>addLast</a:t>
            </a:r>
            <a:r>
              <a:rPr lang="ru-RU" sz="1300" b="1" dirty="0"/>
              <a:t>(E </a:t>
            </a:r>
            <a:r>
              <a:rPr lang="ru-RU" sz="1300" b="1" dirty="0" err="1"/>
              <a:t>obj</a:t>
            </a:r>
            <a:r>
              <a:rPr lang="ru-RU" sz="1300" b="1" dirty="0"/>
              <a:t>)</a:t>
            </a:r>
            <a:r>
              <a:rPr lang="ru-RU" sz="1300" dirty="0"/>
              <a:t>: добавляет элемент </a:t>
            </a:r>
            <a:r>
              <a:rPr lang="ru-RU" sz="1300" dirty="0" err="1"/>
              <a:t>obj</a:t>
            </a:r>
            <a:r>
              <a:rPr lang="ru-RU" sz="1300" dirty="0"/>
              <a:t> в конец очереди</a:t>
            </a:r>
          </a:p>
          <a:p>
            <a:pPr marL="209564" indent="-285750"/>
            <a:r>
              <a:rPr lang="ru-RU" sz="1300" b="1" dirty="0"/>
              <a:t>E </a:t>
            </a:r>
            <a:r>
              <a:rPr lang="ru-RU" sz="1300" b="1" dirty="0" err="1"/>
              <a:t>getFirst</a:t>
            </a:r>
            <a:r>
              <a:rPr lang="ru-RU" sz="1300" b="1" dirty="0"/>
              <a:t>()</a:t>
            </a:r>
            <a:r>
              <a:rPr lang="ru-RU" sz="1300" dirty="0"/>
              <a:t>: возвращает без удаления элемент из головы очереди. Если очередь пуста, генерирует исключение </a:t>
            </a:r>
            <a:r>
              <a:rPr lang="ru-RU" sz="1300" dirty="0" err="1"/>
              <a:t>NoSuchElementException</a:t>
            </a:r>
            <a:endParaRPr lang="ru-RU" sz="1300" dirty="0"/>
          </a:p>
          <a:p>
            <a:pPr marL="209564" indent="-285750"/>
            <a:r>
              <a:rPr lang="ru-RU" sz="1300" b="1" dirty="0"/>
              <a:t>E </a:t>
            </a:r>
            <a:r>
              <a:rPr lang="ru-RU" sz="1300" b="1" dirty="0" err="1"/>
              <a:t>getLast</a:t>
            </a:r>
            <a:r>
              <a:rPr lang="ru-RU" sz="1300" b="1" dirty="0"/>
              <a:t>()</a:t>
            </a:r>
            <a:r>
              <a:rPr lang="ru-RU" sz="1300" dirty="0"/>
              <a:t>: возвращает без удаления последний элемент очереди. Если очередь пуста, генерирует исключение </a:t>
            </a:r>
            <a:r>
              <a:rPr lang="ru-RU" sz="1300" dirty="0" err="1"/>
              <a:t>NoSuchElementException</a:t>
            </a:r>
            <a:endParaRPr lang="ru-RU" sz="1300" dirty="0"/>
          </a:p>
          <a:p>
            <a:pPr marL="209564" indent="-285750"/>
            <a:r>
              <a:rPr lang="ru-RU" sz="1300" b="1" dirty="0" err="1"/>
              <a:t>boolean</a:t>
            </a:r>
            <a:r>
              <a:rPr lang="ru-RU" sz="1300" b="1" dirty="0"/>
              <a:t> </a:t>
            </a:r>
            <a:r>
              <a:rPr lang="ru-RU" sz="1300" b="1" dirty="0" err="1"/>
              <a:t>offerFirst</a:t>
            </a:r>
            <a:r>
              <a:rPr lang="ru-RU" sz="1300" b="1" dirty="0"/>
              <a:t>(E </a:t>
            </a:r>
            <a:r>
              <a:rPr lang="ru-RU" sz="1300" b="1" dirty="0" err="1"/>
              <a:t>obj</a:t>
            </a:r>
            <a:r>
              <a:rPr lang="ru-RU" sz="1300" b="1" dirty="0"/>
              <a:t>)</a:t>
            </a:r>
            <a:r>
              <a:rPr lang="ru-RU" sz="1300" dirty="0"/>
              <a:t>: добавляет элемент </a:t>
            </a:r>
            <a:r>
              <a:rPr lang="ru-RU" sz="1300" dirty="0" err="1"/>
              <a:t>obj</a:t>
            </a:r>
            <a:r>
              <a:rPr lang="ru-RU" sz="1300" dirty="0"/>
              <a:t> в самое начало очереди. Если элемент удачно добавлен, возвращает </a:t>
            </a:r>
            <a:r>
              <a:rPr lang="ru-RU" sz="1300" dirty="0" err="1"/>
              <a:t>true</a:t>
            </a:r>
            <a:r>
              <a:rPr lang="ru-RU" sz="1300" dirty="0"/>
              <a:t>, иначе - </a:t>
            </a:r>
            <a:r>
              <a:rPr lang="ru-RU" sz="1300" dirty="0" err="1"/>
              <a:t>false</a:t>
            </a:r>
            <a:endParaRPr lang="ru-RU" sz="1300" dirty="0"/>
          </a:p>
          <a:p>
            <a:pPr marL="209564" indent="-285750"/>
            <a:r>
              <a:rPr lang="ru-RU" sz="1300" b="1" dirty="0" err="1"/>
              <a:t>boolean</a:t>
            </a:r>
            <a:r>
              <a:rPr lang="ru-RU" sz="1300" b="1" dirty="0"/>
              <a:t> </a:t>
            </a:r>
            <a:r>
              <a:rPr lang="ru-RU" sz="1300" b="1" dirty="0" err="1"/>
              <a:t>offerLast</a:t>
            </a:r>
            <a:r>
              <a:rPr lang="ru-RU" sz="1300" b="1" dirty="0"/>
              <a:t>(E </a:t>
            </a:r>
            <a:r>
              <a:rPr lang="ru-RU" sz="1300" b="1" dirty="0" err="1"/>
              <a:t>obj</a:t>
            </a:r>
            <a:r>
              <a:rPr lang="ru-RU" sz="1300" b="1" dirty="0"/>
              <a:t>)</a:t>
            </a:r>
            <a:r>
              <a:rPr lang="ru-RU" sz="1300" dirty="0"/>
              <a:t>: добавляет элемент </a:t>
            </a:r>
            <a:r>
              <a:rPr lang="ru-RU" sz="1300" dirty="0" err="1"/>
              <a:t>obj</a:t>
            </a:r>
            <a:r>
              <a:rPr lang="ru-RU" sz="1300" dirty="0"/>
              <a:t> в конец очереди. Если элемент удачно добавлен, возвращает </a:t>
            </a:r>
            <a:r>
              <a:rPr lang="ru-RU" sz="1300" dirty="0" err="1"/>
              <a:t>true</a:t>
            </a:r>
            <a:r>
              <a:rPr lang="ru-RU" sz="1300" dirty="0"/>
              <a:t>, иначе - </a:t>
            </a:r>
            <a:r>
              <a:rPr lang="ru-RU" sz="1300" dirty="0" err="1"/>
              <a:t>false</a:t>
            </a:r>
            <a:endParaRPr lang="ru-RU" sz="1300" dirty="0"/>
          </a:p>
          <a:p>
            <a:pPr marL="209564" indent="-285750"/>
            <a:r>
              <a:rPr lang="ru-RU" sz="1300" b="1" dirty="0"/>
              <a:t>E </a:t>
            </a:r>
            <a:r>
              <a:rPr lang="ru-RU" sz="1300" b="1" dirty="0" err="1"/>
              <a:t>peekFirst</a:t>
            </a:r>
            <a:r>
              <a:rPr lang="ru-RU" sz="1300" b="1" dirty="0"/>
              <a:t>()</a:t>
            </a:r>
            <a:r>
              <a:rPr lang="ru-RU" sz="1300" dirty="0"/>
              <a:t>: возвращает без удаления элемент из начала очереди. Если очередь пуста, возвращает значение </a:t>
            </a:r>
            <a:r>
              <a:rPr lang="ru-RU" sz="1300" dirty="0" err="1"/>
              <a:t>null</a:t>
            </a:r>
            <a:endParaRPr lang="ru-RU" sz="1300" dirty="0"/>
          </a:p>
          <a:p>
            <a:pPr marL="209564" indent="-285750"/>
            <a:r>
              <a:rPr lang="ru-RU" sz="1300" b="1" dirty="0"/>
              <a:t>E </a:t>
            </a:r>
            <a:r>
              <a:rPr lang="ru-RU" sz="1300" b="1" dirty="0" err="1"/>
              <a:t>peekLast</a:t>
            </a:r>
            <a:r>
              <a:rPr lang="ru-RU" sz="1300" b="1" dirty="0"/>
              <a:t>()</a:t>
            </a:r>
            <a:r>
              <a:rPr lang="ru-RU" sz="1300" dirty="0"/>
              <a:t>: возвращает без удаления последний элемент очереди. Если очередь пуста, возвращает значение </a:t>
            </a:r>
            <a:r>
              <a:rPr lang="ru-RU" sz="1300" dirty="0" err="1"/>
              <a:t>null</a:t>
            </a:r>
            <a:endParaRPr lang="ru-RU" sz="1300" dirty="0"/>
          </a:p>
          <a:p>
            <a:pPr marL="209564" indent="-285750"/>
            <a:r>
              <a:rPr lang="ru-RU" sz="1300" b="1" dirty="0"/>
              <a:t>E </a:t>
            </a:r>
            <a:r>
              <a:rPr lang="ru-RU" sz="1300" b="1" dirty="0" err="1"/>
              <a:t>pollFirst</a:t>
            </a:r>
            <a:r>
              <a:rPr lang="ru-RU" sz="1300" b="1" dirty="0"/>
              <a:t>()</a:t>
            </a:r>
            <a:r>
              <a:rPr lang="ru-RU" sz="1300" dirty="0"/>
              <a:t>: возвращает с удалением элемент из начала очереди. Если очередь пуста, возвращает значение </a:t>
            </a:r>
            <a:r>
              <a:rPr lang="ru-RU" sz="1300" dirty="0" err="1"/>
              <a:t>null</a:t>
            </a:r>
            <a:endParaRPr lang="ru-RU" sz="1300" dirty="0"/>
          </a:p>
          <a:p>
            <a:pPr marL="209564" indent="-285750"/>
            <a:r>
              <a:rPr lang="ru-RU" sz="1300" b="1" dirty="0"/>
              <a:t>E </a:t>
            </a:r>
            <a:r>
              <a:rPr lang="ru-RU" sz="1300" b="1" dirty="0" err="1"/>
              <a:t>pollLast</a:t>
            </a:r>
            <a:r>
              <a:rPr lang="ru-RU" sz="1300" b="1" dirty="0"/>
              <a:t>()</a:t>
            </a:r>
            <a:r>
              <a:rPr lang="ru-RU" sz="1300" dirty="0"/>
              <a:t>: возвращает с удалением последний элемент очереди. Если очередь пуста, возвращает значение </a:t>
            </a:r>
            <a:r>
              <a:rPr lang="ru-RU" sz="1300" dirty="0" err="1"/>
              <a:t>null</a:t>
            </a:r>
            <a:endParaRPr lang="ru-RU" sz="1300" dirty="0"/>
          </a:p>
          <a:p>
            <a:pPr marL="209564" indent="-285750"/>
            <a:r>
              <a:rPr lang="ru-RU" sz="1300" b="1" dirty="0"/>
              <a:t>E </a:t>
            </a:r>
            <a:r>
              <a:rPr lang="ru-RU" sz="1300" b="1" dirty="0" err="1"/>
              <a:t>pop</a:t>
            </a:r>
            <a:r>
              <a:rPr lang="ru-RU" sz="1300" b="1" dirty="0"/>
              <a:t>()</a:t>
            </a:r>
            <a:r>
              <a:rPr lang="ru-RU" sz="1300" dirty="0"/>
              <a:t>: возвращает с удалением элемент из начала очереди. Если очередь пуста, генерирует исключение </a:t>
            </a:r>
            <a:r>
              <a:rPr lang="ru-RU" sz="1300" dirty="0" err="1"/>
              <a:t>NoSuchElementException</a:t>
            </a:r>
            <a:endParaRPr lang="ru-RU" sz="1300" dirty="0"/>
          </a:p>
          <a:p>
            <a:pPr marL="209564" indent="-285750"/>
            <a:r>
              <a:rPr lang="ru-RU" sz="1300" b="1" dirty="0"/>
              <a:t>void </a:t>
            </a:r>
            <a:r>
              <a:rPr lang="ru-RU" sz="1300" b="1" dirty="0" err="1"/>
              <a:t>push</a:t>
            </a:r>
            <a:r>
              <a:rPr lang="ru-RU" sz="1300" b="1" dirty="0"/>
              <a:t>(E </a:t>
            </a:r>
            <a:r>
              <a:rPr lang="ru-RU" sz="1300" b="1" dirty="0" err="1"/>
              <a:t>element</a:t>
            </a:r>
            <a:r>
              <a:rPr lang="ru-RU" sz="1300" b="1" dirty="0"/>
              <a:t>)</a:t>
            </a:r>
            <a:r>
              <a:rPr lang="ru-RU" sz="1300" dirty="0"/>
              <a:t>: добавляет элемент в самое начало очереди</a:t>
            </a:r>
          </a:p>
          <a:p>
            <a:pPr marL="209564" indent="-285750"/>
            <a:r>
              <a:rPr lang="ru-RU" sz="1300" b="1" dirty="0"/>
              <a:t>E </a:t>
            </a:r>
            <a:r>
              <a:rPr lang="ru-RU" sz="1300" b="1" dirty="0" err="1"/>
              <a:t>removeFirst</a:t>
            </a:r>
            <a:r>
              <a:rPr lang="ru-RU" sz="1300" b="1" dirty="0"/>
              <a:t>()</a:t>
            </a:r>
            <a:r>
              <a:rPr lang="ru-RU" sz="1300" dirty="0"/>
              <a:t>: возвращает с удалением элемент из начала очереди. Если очередь пуста, генерирует исключение </a:t>
            </a:r>
            <a:r>
              <a:rPr lang="ru-RU" sz="1300" dirty="0" err="1"/>
              <a:t>NoSuchElementException</a:t>
            </a:r>
            <a:endParaRPr lang="ru-RU" sz="1300" dirty="0"/>
          </a:p>
          <a:p>
            <a:pPr marL="209564" indent="-285750"/>
            <a:r>
              <a:rPr lang="ru-RU" sz="1300" b="1" dirty="0"/>
              <a:t>E </a:t>
            </a:r>
            <a:r>
              <a:rPr lang="ru-RU" sz="1300" b="1" dirty="0" err="1"/>
              <a:t>removeLast</a:t>
            </a:r>
            <a:r>
              <a:rPr lang="ru-RU" sz="1300" b="1" dirty="0"/>
              <a:t>()</a:t>
            </a:r>
            <a:r>
              <a:rPr lang="ru-RU" sz="1300" dirty="0"/>
              <a:t>: возвращает с удалением элемент из конца очереди. Если очередь пуста, генерирует исключение </a:t>
            </a:r>
            <a:r>
              <a:rPr lang="ru-RU" sz="1300" dirty="0" err="1"/>
              <a:t>NoSuchElementException</a:t>
            </a:r>
            <a:endParaRPr lang="ru-RU" sz="1300" dirty="0"/>
          </a:p>
          <a:p>
            <a:pPr marL="209564" indent="-285750"/>
            <a:r>
              <a:rPr lang="ru-RU" sz="1300" b="1" dirty="0" err="1"/>
              <a:t>boolean</a:t>
            </a:r>
            <a:r>
              <a:rPr lang="ru-RU" sz="1300" b="1" dirty="0"/>
              <a:t> </a:t>
            </a:r>
            <a:r>
              <a:rPr lang="ru-RU" sz="1300" b="1" dirty="0" err="1"/>
              <a:t>removeFirstOccurrence</a:t>
            </a:r>
            <a:r>
              <a:rPr lang="ru-RU" sz="1300" b="1" dirty="0"/>
              <a:t>(</a:t>
            </a:r>
            <a:r>
              <a:rPr lang="ru-RU" sz="1300" b="1" dirty="0" err="1"/>
              <a:t>Object</a:t>
            </a:r>
            <a:r>
              <a:rPr lang="ru-RU" sz="1300" b="1" dirty="0"/>
              <a:t> </a:t>
            </a:r>
            <a:r>
              <a:rPr lang="ru-RU" sz="1300" b="1" dirty="0" err="1"/>
              <a:t>obj</a:t>
            </a:r>
            <a:r>
              <a:rPr lang="ru-RU" sz="1300" b="1" dirty="0"/>
              <a:t>)</a:t>
            </a:r>
            <a:r>
              <a:rPr lang="ru-RU" sz="1300" dirty="0"/>
              <a:t>: удаляет первый встреченный элемент </a:t>
            </a:r>
            <a:r>
              <a:rPr lang="ru-RU" sz="1300" dirty="0" err="1"/>
              <a:t>obj</a:t>
            </a:r>
            <a:r>
              <a:rPr lang="ru-RU" sz="1300" dirty="0"/>
              <a:t> из очереди. Если удаление </a:t>
            </a:r>
            <a:r>
              <a:rPr lang="ru-RU" sz="1300" dirty="0" err="1"/>
              <a:t>произшло</a:t>
            </a:r>
            <a:r>
              <a:rPr lang="ru-RU" sz="1300" dirty="0"/>
              <a:t>, то возвращает </a:t>
            </a:r>
            <a:r>
              <a:rPr lang="ru-RU" sz="1300" dirty="0" err="1"/>
              <a:t>true</a:t>
            </a:r>
            <a:r>
              <a:rPr lang="ru-RU" sz="1300" dirty="0"/>
              <a:t>, иначе возвращает </a:t>
            </a:r>
            <a:r>
              <a:rPr lang="ru-RU" sz="1300" dirty="0" err="1"/>
              <a:t>false</a:t>
            </a:r>
            <a:r>
              <a:rPr lang="ru-RU" sz="1300" dirty="0"/>
              <a:t>.</a:t>
            </a:r>
          </a:p>
          <a:p>
            <a:pPr marL="209564" indent="-285750"/>
            <a:r>
              <a:rPr lang="ru-RU" sz="1300" b="1" dirty="0" err="1"/>
              <a:t>boolean</a:t>
            </a:r>
            <a:r>
              <a:rPr lang="ru-RU" sz="1300" b="1" dirty="0"/>
              <a:t> </a:t>
            </a:r>
            <a:r>
              <a:rPr lang="ru-RU" sz="1300" b="1" dirty="0" err="1"/>
              <a:t>removeLastOccurrence</a:t>
            </a:r>
            <a:r>
              <a:rPr lang="ru-RU" sz="1300" b="1" dirty="0"/>
              <a:t>(</a:t>
            </a:r>
            <a:r>
              <a:rPr lang="ru-RU" sz="1300" b="1" dirty="0" err="1"/>
              <a:t>Object</a:t>
            </a:r>
            <a:r>
              <a:rPr lang="ru-RU" sz="1300" b="1" dirty="0"/>
              <a:t> </a:t>
            </a:r>
            <a:r>
              <a:rPr lang="ru-RU" sz="1300" b="1" dirty="0" err="1"/>
              <a:t>obj</a:t>
            </a:r>
            <a:r>
              <a:rPr lang="ru-RU" sz="1300" b="1" dirty="0"/>
              <a:t>)</a:t>
            </a:r>
            <a:r>
              <a:rPr lang="ru-RU" sz="1300" dirty="0"/>
              <a:t>: удаляет последний встреченный элемент </a:t>
            </a:r>
            <a:r>
              <a:rPr lang="ru-RU" sz="1300" dirty="0" err="1"/>
              <a:t>obj</a:t>
            </a:r>
            <a:r>
              <a:rPr lang="ru-RU" sz="1300" dirty="0"/>
              <a:t> из очереди. Если удаление </a:t>
            </a:r>
            <a:r>
              <a:rPr lang="ru-RU" sz="1300" dirty="0" err="1"/>
              <a:t>произшло</a:t>
            </a:r>
            <a:r>
              <a:rPr lang="ru-RU" sz="1300" dirty="0"/>
              <a:t>, то возвращает </a:t>
            </a:r>
            <a:r>
              <a:rPr lang="ru-RU" sz="1300" dirty="0" err="1"/>
              <a:t>true</a:t>
            </a:r>
            <a:r>
              <a:rPr lang="ru-RU" sz="1300" dirty="0"/>
              <a:t>, иначе возвращает </a:t>
            </a:r>
            <a:r>
              <a:rPr lang="ru-RU" sz="1300" dirty="0" err="1"/>
              <a:t>false</a:t>
            </a:r>
            <a:r>
              <a:rPr lang="ru-RU" sz="1300" dirty="0"/>
              <a:t>.</a:t>
            </a:r>
          </a:p>
        </p:txBody>
      </p:sp>
    </p:spTree>
    <p:extLst>
      <p:ext uri="{BB962C8B-B14F-4D97-AF65-F5344CB8AC3E}">
        <p14:creationId xmlns:p14="http://schemas.microsoft.com/office/powerpoint/2010/main" val="2708856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srcRect l="20051" r="24142"/>
          <a:stretch/>
        </p:blipFill>
        <p:spPr>
          <a:xfrm>
            <a:off x="9886277" y="1809739"/>
            <a:ext cx="1796527" cy="4020906"/>
          </a:xfrm>
          <a:prstGeom prst="rect">
            <a:avLst/>
          </a:prstGeom>
        </p:spPr>
      </p:pic>
      <p:sp>
        <p:nvSpPr>
          <p:cNvPr id="5" name="Title 4">
            <a:extLst>
              <a:ext uri="{FF2B5EF4-FFF2-40B4-BE49-F238E27FC236}">
                <a16:creationId xmlns:a16="http://schemas.microsoft.com/office/drawing/2014/main" id="{DEE59253-7A80-4BEF-9901-397156945647}"/>
              </a:ext>
            </a:extLst>
          </p:cNvPr>
          <p:cNvSpPr>
            <a:spLocks noGrp="1"/>
          </p:cNvSpPr>
          <p:nvPr>
            <p:ph type="title"/>
          </p:nvPr>
        </p:nvSpPr>
        <p:spPr/>
        <p:txBody>
          <a:bodyPr/>
          <a:lstStyle/>
          <a:p>
            <a:r>
              <a:rPr lang="ru-RU" dirty="0"/>
              <a:t>Класс </a:t>
            </a:r>
            <a:r>
              <a:rPr lang="en-US" dirty="0"/>
              <a:t>Stack</a:t>
            </a:r>
            <a:endParaRPr lang="ru-RU" dirty="0"/>
          </a:p>
        </p:txBody>
      </p:sp>
      <p:sp>
        <p:nvSpPr>
          <p:cNvPr id="2" name="Content Placeholder 1">
            <a:extLst>
              <a:ext uri="{FF2B5EF4-FFF2-40B4-BE49-F238E27FC236}">
                <a16:creationId xmlns:a16="http://schemas.microsoft.com/office/drawing/2014/main" id="{7C2CF91B-4C14-4098-9BDB-EDAA03CDF465}"/>
              </a:ext>
            </a:extLst>
          </p:cNvPr>
          <p:cNvSpPr>
            <a:spLocks noGrp="1"/>
          </p:cNvSpPr>
          <p:nvPr>
            <p:ph idx="1"/>
          </p:nvPr>
        </p:nvSpPr>
        <p:spPr>
          <a:xfrm>
            <a:off x="609600" y="1904989"/>
            <a:ext cx="9061525" cy="4221175"/>
          </a:xfrm>
        </p:spPr>
        <p:txBody>
          <a:bodyPr>
            <a:normAutofit fontScale="70000" lnSpcReduction="20000"/>
          </a:bodyPr>
          <a:lstStyle/>
          <a:p>
            <a:r>
              <a:rPr lang="ru-RU" dirty="0"/>
              <a:t>Класс наследуется от </a:t>
            </a:r>
            <a:r>
              <a:rPr lang="en-US" dirty="0"/>
              <a:t>Vector</a:t>
            </a:r>
            <a:endParaRPr lang="ru-RU" dirty="0"/>
          </a:p>
          <a:p>
            <a:r>
              <a:rPr lang="ru-RU" dirty="0"/>
              <a:t>Реализует порядок работы по принципу </a:t>
            </a:r>
            <a:r>
              <a:rPr lang="ru-RU" sz="4000" spc="-1" dirty="0">
                <a:solidFill>
                  <a:srgbClr val="244061"/>
                </a:solidFill>
                <a:latin typeface="Calibri"/>
              </a:rPr>
              <a:t>LIFO (</a:t>
            </a:r>
            <a:r>
              <a:rPr lang="ru-RU" sz="4000" spc="-1" dirty="0" err="1">
                <a:solidFill>
                  <a:srgbClr val="244061"/>
                </a:solidFill>
                <a:latin typeface="Calibri"/>
              </a:rPr>
              <a:t>Last</a:t>
            </a:r>
            <a:r>
              <a:rPr lang="ru-RU" sz="4000" spc="-1" dirty="0">
                <a:solidFill>
                  <a:srgbClr val="244061"/>
                </a:solidFill>
                <a:latin typeface="Calibri"/>
              </a:rPr>
              <a:t> </a:t>
            </a:r>
            <a:r>
              <a:rPr lang="ru-RU" sz="4000" spc="-1" dirty="0" err="1">
                <a:solidFill>
                  <a:srgbClr val="244061"/>
                </a:solidFill>
                <a:latin typeface="Calibri"/>
              </a:rPr>
              <a:t>In</a:t>
            </a:r>
            <a:r>
              <a:rPr lang="ru-RU" sz="4000" spc="-1" dirty="0">
                <a:solidFill>
                  <a:srgbClr val="244061"/>
                </a:solidFill>
                <a:latin typeface="Calibri"/>
              </a:rPr>
              <a:t> — </a:t>
            </a:r>
            <a:r>
              <a:rPr lang="ru-RU" sz="4000" spc="-1" dirty="0" err="1">
                <a:solidFill>
                  <a:srgbClr val="244061"/>
                </a:solidFill>
                <a:latin typeface="Calibri"/>
              </a:rPr>
              <a:t>First</a:t>
            </a:r>
            <a:r>
              <a:rPr lang="ru-RU" sz="4000" spc="-1" dirty="0">
                <a:solidFill>
                  <a:srgbClr val="244061"/>
                </a:solidFill>
                <a:latin typeface="Calibri"/>
              </a:rPr>
              <a:t> </a:t>
            </a:r>
            <a:r>
              <a:rPr lang="ru-RU" sz="4000" spc="-1" dirty="0" err="1">
                <a:solidFill>
                  <a:srgbClr val="244061"/>
                </a:solidFill>
                <a:latin typeface="Calibri"/>
              </a:rPr>
              <a:t>Out</a:t>
            </a:r>
            <a:r>
              <a:rPr lang="ru-RU" sz="4000" spc="-1" dirty="0">
                <a:solidFill>
                  <a:srgbClr val="244061"/>
                </a:solidFill>
                <a:latin typeface="Calibri"/>
              </a:rPr>
              <a:t>)</a:t>
            </a:r>
          </a:p>
          <a:p>
            <a:r>
              <a:rPr lang="ru-RU" dirty="0"/>
              <a:t>Н</a:t>
            </a:r>
            <a:r>
              <a:rPr lang="en-US" dirty="0"/>
              <a:t>е </a:t>
            </a:r>
            <a:r>
              <a:rPr lang="en-US" dirty="0" err="1"/>
              <a:t>рекомендуется</a:t>
            </a:r>
            <a:r>
              <a:rPr lang="en-US" dirty="0"/>
              <a:t> </a:t>
            </a:r>
            <a:r>
              <a:rPr lang="en-US" dirty="0" err="1"/>
              <a:t>использовать</a:t>
            </a:r>
            <a:r>
              <a:rPr lang="en-US" dirty="0"/>
              <a:t>. </a:t>
            </a:r>
            <a:r>
              <a:rPr lang="en-US" dirty="0" err="1"/>
              <a:t>Из</a:t>
            </a:r>
            <a:r>
              <a:rPr lang="en-US" dirty="0"/>
              <a:t> </a:t>
            </a:r>
            <a:r>
              <a:rPr lang="en-US" dirty="0" err="1"/>
              <a:t>документации</a:t>
            </a:r>
            <a:r>
              <a:rPr lang="en-US" dirty="0"/>
              <a:t>:</a:t>
            </a:r>
          </a:p>
          <a:p>
            <a:pPr marL="1091973" lvl="2" indent="0">
              <a:buNone/>
            </a:pPr>
            <a:r>
              <a:rPr lang="en-US" i="1" dirty="0"/>
              <a:t>A more complete and consistent set of LIFO stack operations is provided by the Deque interface and its implementations, which should be used in preference to this class. For example: Deque&lt;Integer&gt; stack = new </a:t>
            </a:r>
            <a:r>
              <a:rPr lang="en-US" i="1" dirty="0" err="1"/>
              <a:t>ArrayDeque</a:t>
            </a:r>
            <a:r>
              <a:rPr lang="en-US" i="1" dirty="0"/>
              <a:t>&lt;Integer&gt;();</a:t>
            </a:r>
            <a:endParaRPr lang="ru-RU" i="1" dirty="0"/>
          </a:p>
          <a:p>
            <a:pPr marL="596700" indent="-571500"/>
            <a:r>
              <a:rPr lang="ru-RU" i="1" dirty="0" err="1"/>
              <a:t>Т.о</a:t>
            </a:r>
            <a:r>
              <a:rPr lang="ru-RU" i="1" dirty="0"/>
              <a:t>. класс сохранен для обратной совместимости, но вместо него нужно использовать реализации </a:t>
            </a:r>
            <a:r>
              <a:rPr lang="ru-RU" i="1" dirty="0" err="1"/>
              <a:t>Deque</a:t>
            </a:r>
            <a:r>
              <a:rPr lang="ru-RU" i="1" dirty="0"/>
              <a:t>.</a:t>
            </a:r>
          </a:p>
        </p:txBody>
      </p:sp>
    </p:spTree>
    <p:extLst>
      <p:ext uri="{BB962C8B-B14F-4D97-AF65-F5344CB8AC3E}">
        <p14:creationId xmlns:p14="http://schemas.microsoft.com/office/powerpoint/2010/main" val="3631916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816BF0-7246-4A4C-8BEC-818FCA1D586E}"/>
              </a:ext>
            </a:extLst>
          </p:cNvPr>
          <p:cNvSpPr>
            <a:spLocks noGrp="1"/>
          </p:cNvSpPr>
          <p:nvPr>
            <p:ph type="title"/>
          </p:nvPr>
        </p:nvSpPr>
        <p:spPr/>
        <p:txBody>
          <a:bodyPr>
            <a:normAutofit/>
          </a:bodyPr>
          <a:lstStyle/>
          <a:p>
            <a:r>
              <a:rPr lang="ru-RU" dirty="0"/>
              <a:t>Класс </a:t>
            </a:r>
            <a:r>
              <a:rPr lang="en-US" dirty="0"/>
              <a:t>LinkedList</a:t>
            </a:r>
            <a:endParaRPr lang="ru-RU" dirty="0"/>
          </a:p>
        </p:txBody>
      </p:sp>
      <p:sp>
        <p:nvSpPr>
          <p:cNvPr id="3" name="Text Placeholder 2"/>
          <p:cNvSpPr>
            <a:spLocks noGrp="1"/>
          </p:cNvSpPr>
          <p:nvPr>
            <p:ph type="body" sz="quarter" idx="4294967295"/>
          </p:nvPr>
        </p:nvSpPr>
        <p:spPr>
          <a:xfrm>
            <a:off x="609601" y="1809739"/>
            <a:ext cx="10972799" cy="2493320"/>
          </a:xfrm>
        </p:spPr>
        <p:txBody>
          <a:bodyPr>
            <a:normAutofit fontScale="77500" lnSpcReduction="20000"/>
          </a:bodyPr>
          <a:lstStyle/>
          <a:p>
            <a:pPr marL="285750" indent="-285750">
              <a:buFont typeface="Arial" panose="020B0604020202020204" pitchFamily="34" charset="0"/>
              <a:buChar char="•"/>
            </a:pPr>
            <a:r>
              <a:rPr lang="ru-RU" sz="4500" dirty="0"/>
              <a:t>Обобщенный класс LinkedList&lt;E&gt; представляет структуру данных в виде связанного списка.</a:t>
            </a:r>
          </a:p>
          <a:p>
            <a:pPr marL="285750" indent="-285750">
              <a:buFont typeface="Arial" panose="020B0604020202020204" pitchFamily="34" charset="0"/>
              <a:buChar char="•"/>
            </a:pPr>
            <a:r>
              <a:rPr lang="ru-RU" sz="4500" dirty="0"/>
              <a:t>Он реализует интерфейсы List, Dequeue и Queue. То есть он соединяет функциональность работы со списком и фукциональность очереди.</a:t>
            </a:r>
          </a:p>
          <a:p>
            <a:pPr marL="285750" indent="-285750">
              <a:buFont typeface="Arial" panose="020B0604020202020204" pitchFamily="34" charset="0"/>
              <a:buChar char="•"/>
            </a:pPr>
            <a:endParaRPr lang="ru-RU" sz="4500" dirty="0"/>
          </a:p>
          <a:p>
            <a:pPr marL="285750" indent="-285750">
              <a:buFont typeface="Arial" panose="020B0604020202020204" pitchFamily="34" charset="0"/>
              <a:buChar char="•"/>
            </a:pPr>
            <a:endParaRPr lang="ru-RU" sz="4500" dirty="0"/>
          </a:p>
          <a:p>
            <a:pPr marL="285750" indent="-285750">
              <a:buFont typeface="Arial" panose="020B0604020202020204" pitchFamily="34" charset="0"/>
              <a:buChar char="•"/>
            </a:pPr>
            <a:endParaRPr lang="ru-RU" sz="4500" dirty="0"/>
          </a:p>
          <a:p>
            <a:endParaRPr lang="ru-RU" sz="4500" dirty="0"/>
          </a:p>
          <a:p>
            <a:pPr marL="285750" indent="-285750">
              <a:buFont typeface="Arial" panose="020B0604020202020204" pitchFamily="34" charset="0"/>
              <a:buChar char="•"/>
            </a:pPr>
            <a:endParaRPr lang="ru-RU" dirty="0"/>
          </a:p>
        </p:txBody>
      </p:sp>
      <p:pic>
        <p:nvPicPr>
          <p:cNvPr id="2" name="Picture 1">
            <a:extLst>
              <a:ext uri="{FF2B5EF4-FFF2-40B4-BE49-F238E27FC236}">
                <a16:creationId xmlns:a16="http://schemas.microsoft.com/office/drawing/2014/main" id="{D8F3031D-7E2A-4F56-8C15-558C0A25A375}"/>
              </a:ext>
            </a:extLst>
          </p:cNvPr>
          <p:cNvPicPr>
            <a:picLocks noChangeAspect="1"/>
          </p:cNvPicPr>
          <p:nvPr/>
        </p:nvPicPr>
        <p:blipFill>
          <a:blip r:embed="rId3">
            <a:duotone>
              <a:schemeClr val="accent6">
                <a:shade val="45000"/>
                <a:satMod val="135000"/>
              </a:schemeClr>
              <a:prstClr val="white"/>
            </a:duotone>
          </a:blip>
          <a:stretch>
            <a:fillRect/>
          </a:stretch>
        </p:blipFill>
        <p:spPr>
          <a:xfrm>
            <a:off x="2151474" y="4634345"/>
            <a:ext cx="6962775" cy="914400"/>
          </a:xfrm>
          <a:prstGeom prst="rect">
            <a:avLst/>
          </a:prstGeom>
        </p:spPr>
      </p:pic>
    </p:spTree>
    <p:extLst>
      <p:ext uri="{BB962C8B-B14F-4D97-AF65-F5344CB8AC3E}">
        <p14:creationId xmlns:p14="http://schemas.microsoft.com/office/powerpoint/2010/main" val="1883449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816BF0-7246-4A4C-8BEC-818FCA1D586E}"/>
              </a:ext>
            </a:extLst>
          </p:cNvPr>
          <p:cNvSpPr>
            <a:spLocks noGrp="1"/>
          </p:cNvSpPr>
          <p:nvPr>
            <p:ph type="title"/>
          </p:nvPr>
        </p:nvSpPr>
        <p:spPr/>
        <p:txBody>
          <a:bodyPr>
            <a:normAutofit/>
          </a:bodyPr>
          <a:lstStyle/>
          <a:p>
            <a:r>
              <a:rPr lang="en-US" dirty="0"/>
              <a:t>LinkedList: </a:t>
            </a:r>
            <a:r>
              <a:rPr lang="ru-RU" dirty="0"/>
              <a:t>добавление элементов</a:t>
            </a:r>
          </a:p>
        </p:txBody>
      </p:sp>
      <p:sp>
        <p:nvSpPr>
          <p:cNvPr id="3" name="Text Placeholder 2"/>
          <p:cNvSpPr>
            <a:spLocks noGrp="1"/>
          </p:cNvSpPr>
          <p:nvPr>
            <p:ph type="body" sz="quarter" idx="4294967295"/>
          </p:nvPr>
        </p:nvSpPr>
        <p:spPr>
          <a:xfrm>
            <a:off x="609601" y="1809739"/>
            <a:ext cx="10972800" cy="2019983"/>
          </a:xfrm>
        </p:spPr>
        <p:txBody>
          <a:bodyPr>
            <a:normAutofit fontScale="47500" lnSpcReduction="20000"/>
          </a:bodyPr>
          <a:lstStyle/>
          <a:p>
            <a:pPr algn="just">
              <a:lnSpc>
                <a:spcPct val="100000"/>
              </a:lnSpc>
              <a:spcBef>
                <a:spcPts val="360"/>
              </a:spcBef>
              <a:tabLst>
                <a:tab pos="0" algn="l"/>
              </a:tabLst>
            </a:pPr>
            <a:r>
              <a:rPr lang="ru-RU" sz="4800" spc="-1" dirty="0">
                <a:solidFill>
                  <a:srgbClr val="244061"/>
                </a:solidFill>
              </a:rPr>
              <a:t>Добавлять можно либо в конец списка, либо </a:t>
            </a:r>
            <a:r>
              <a:rPr lang="ru-RU" sz="4800" dirty="0"/>
              <a:t>указать конкретный индекс для нового элемента</a:t>
            </a:r>
            <a:endParaRPr lang="en-US" sz="4800" spc="-1" dirty="0">
              <a:solidFill>
                <a:srgbClr val="244061"/>
              </a:solidFill>
            </a:endParaRPr>
          </a:p>
          <a:p>
            <a:pPr algn="just">
              <a:lnSpc>
                <a:spcPct val="100000"/>
              </a:lnSpc>
              <a:spcBef>
                <a:spcPts val="360"/>
              </a:spcBef>
              <a:tabLst>
                <a:tab pos="0" algn="l"/>
              </a:tabLst>
            </a:pPr>
            <a:r>
              <a:rPr lang="ru-RU" sz="4800" spc="-1" dirty="0">
                <a:solidFill>
                  <a:srgbClr val="244061"/>
                </a:solidFill>
              </a:rPr>
              <a:t>У </a:t>
            </a:r>
            <a:r>
              <a:rPr lang="ru-RU" sz="4800" b="1" spc="-1" dirty="0" err="1">
                <a:solidFill>
                  <a:srgbClr val="244061"/>
                </a:solidFill>
              </a:rPr>
              <a:t>LinkedList</a:t>
            </a:r>
            <a:r>
              <a:rPr lang="ru-RU" sz="4800" spc="-1" dirty="0">
                <a:solidFill>
                  <a:srgbClr val="244061"/>
                </a:solidFill>
              </a:rPr>
              <a:t> есть отдельные методы для работы с началом и концом списка, которых нет в ArrayList:</a:t>
            </a:r>
            <a:endParaRPr lang="ru-RU" sz="4800" spc="-1" dirty="0">
              <a:solidFill>
                <a:srgbClr val="000000"/>
              </a:solidFill>
              <a:latin typeface="Arial"/>
            </a:endParaRPr>
          </a:p>
          <a:p>
            <a:pPr marL="0" indent="0" algn="just">
              <a:lnSpc>
                <a:spcPct val="100000"/>
              </a:lnSpc>
              <a:spcBef>
                <a:spcPts val="360"/>
              </a:spcBef>
              <a:buNone/>
              <a:tabLst>
                <a:tab pos="0" algn="l"/>
              </a:tabLst>
            </a:pPr>
            <a:r>
              <a:rPr lang="ru-RU" sz="4800" spc="-1" dirty="0">
                <a:solidFill>
                  <a:srgbClr val="244061"/>
                </a:solidFill>
              </a:rPr>
              <a:t> </a:t>
            </a:r>
            <a:r>
              <a:rPr lang="ru-RU" sz="4800" b="1" spc="-1" dirty="0" err="1">
                <a:solidFill>
                  <a:srgbClr val="244061"/>
                </a:solidFill>
              </a:rPr>
              <a:t>addFirst</a:t>
            </a:r>
            <a:r>
              <a:rPr lang="ru-RU" sz="4800" b="1" spc="-1" dirty="0">
                <a:solidFill>
                  <a:srgbClr val="244061"/>
                </a:solidFill>
              </a:rPr>
              <a:t>()</a:t>
            </a:r>
            <a:r>
              <a:rPr lang="ru-RU" sz="4800" spc="-1" dirty="0">
                <a:solidFill>
                  <a:srgbClr val="244061"/>
                </a:solidFill>
              </a:rPr>
              <a:t>, </a:t>
            </a:r>
            <a:r>
              <a:rPr lang="ru-RU" sz="4800" b="1" spc="-1" dirty="0" err="1">
                <a:solidFill>
                  <a:srgbClr val="244061"/>
                </a:solidFill>
              </a:rPr>
              <a:t>addLast</a:t>
            </a:r>
            <a:r>
              <a:rPr lang="ru-RU" sz="4800" b="1" spc="-1" dirty="0">
                <a:solidFill>
                  <a:srgbClr val="244061"/>
                </a:solidFill>
              </a:rPr>
              <a:t>()</a:t>
            </a:r>
            <a:r>
              <a:rPr lang="ru-RU" sz="4800" spc="-1" dirty="0">
                <a:solidFill>
                  <a:srgbClr val="244061"/>
                </a:solidFill>
              </a:rPr>
              <a:t>: методы для добавления элемента в начало/конец списка</a:t>
            </a:r>
            <a:endParaRPr lang="ru-RU" sz="4800" spc="-1" dirty="0">
              <a:solidFill>
                <a:srgbClr val="000000"/>
              </a:solidFill>
              <a:latin typeface="Arial"/>
            </a:endParaRPr>
          </a:p>
          <a:p>
            <a:pPr marL="285750" indent="-285750">
              <a:buFont typeface="Arial" panose="020B0604020202020204" pitchFamily="34" charset="0"/>
              <a:buChar char="•"/>
            </a:pPr>
            <a:endParaRPr lang="ru-RU" sz="4500" dirty="0"/>
          </a:p>
          <a:p>
            <a:pPr marL="285750" indent="-285750">
              <a:buFont typeface="Arial" panose="020B0604020202020204" pitchFamily="34" charset="0"/>
              <a:buChar char="•"/>
            </a:pPr>
            <a:endParaRPr lang="ru-RU" sz="4500" dirty="0"/>
          </a:p>
          <a:p>
            <a:pPr marL="285750" indent="-285750">
              <a:buFont typeface="Arial" panose="020B0604020202020204" pitchFamily="34" charset="0"/>
              <a:buChar char="•"/>
            </a:pPr>
            <a:endParaRPr lang="ru-RU" sz="4500" dirty="0"/>
          </a:p>
          <a:p>
            <a:endParaRPr lang="ru-RU" sz="4500" dirty="0"/>
          </a:p>
          <a:p>
            <a:pPr marL="285750" indent="-285750">
              <a:buFont typeface="Arial" panose="020B0604020202020204" pitchFamily="34" charset="0"/>
              <a:buChar char="•"/>
            </a:pPr>
            <a:endParaRPr lang="ru-RU" dirty="0"/>
          </a:p>
        </p:txBody>
      </p:sp>
      <p:pic>
        <p:nvPicPr>
          <p:cNvPr id="5124" name="Picture 4" descr="Introduction to Doubly Linked Lists in Java - GeeksforGeeks">
            <a:extLst>
              <a:ext uri="{FF2B5EF4-FFF2-40B4-BE49-F238E27FC236}">
                <a16:creationId xmlns:a16="http://schemas.microsoft.com/office/drawing/2014/main" id="{67547766-6BBC-4453-BA43-E370A2526848}"/>
              </a:ext>
            </a:extLst>
          </p:cNvPr>
          <p:cNvPicPr>
            <a:picLocks noChangeAspect="1" noChangeArrowheads="1"/>
          </p:cNvPicPr>
          <p:nvPr/>
        </p:nvPicPr>
        <p:blipFill rotWithShape="1">
          <a:blip r:embed="rId3">
            <a:duotone>
              <a:schemeClr val="accent6">
                <a:shade val="45000"/>
                <a:satMod val="135000"/>
              </a:schemeClr>
              <a:prstClr val="white"/>
            </a:duotone>
            <a:extLst>
              <a:ext uri="{28A0092B-C50C-407E-A947-70E740481C1C}">
                <a14:useLocalDpi xmlns:a14="http://schemas.microsoft.com/office/drawing/2010/main" val="0"/>
              </a:ext>
            </a:extLst>
          </a:blip>
          <a:srcRect b="22327"/>
          <a:stretch/>
        </p:blipFill>
        <p:spPr bwMode="auto">
          <a:xfrm>
            <a:off x="2308703" y="3962730"/>
            <a:ext cx="8665902" cy="2019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77983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816BF0-7246-4A4C-8BEC-818FCA1D586E}"/>
              </a:ext>
            </a:extLst>
          </p:cNvPr>
          <p:cNvSpPr>
            <a:spLocks noGrp="1"/>
          </p:cNvSpPr>
          <p:nvPr>
            <p:ph type="title"/>
          </p:nvPr>
        </p:nvSpPr>
        <p:spPr/>
        <p:txBody>
          <a:bodyPr>
            <a:normAutofit/>
          </a:bodyPr>
          <a:lstStyle/>
          <a:p>
            <a:r>
              <a:rPr lang="ru-RU" dirty="0"/>
              <a:t>Класс </a:t>
            </a:r>
            <a:r>
              <a:rPr lang="en-US" dirty="0"/>
              <a:t>LinkedList: </a:t>
            </a:r>
            <a:r>
              <a:rPr lang="ru-RU" dirty="0"/>
              <a:t>плюсы и минусы</a:t>
            </a:r>
          </a:p>
        </p:txBody>
      </p:sp>
      <p:sp>
        <p:nvSpPr>
          <p:cNvPr id="3" name="Text Placeholder 2"/>
          <p:cNvSpPr>
            <a:spLocks noGrp="1"/>
          </p:cNvSpPr>
          <p:nvPr>
            <p:ph type="body" sz="quarter" idx="4294967295"/>
          </p:nvPr>
        </p:nvSpPr>
        <p:spPr>
          <a:xfrm>
            <a:off x="609601" y="1809739"/>
            <a:ext cx="10972799" cy="4255460"/>
          </a:xfrm>
        </p:spPr>
        <p:txBody>
          <a:bodyPr>
            <a:normAutofit fontScale="55000" lnSpcReduction="20000"/>
          </a:bodyPr>
          <a:lstStyle/>
          <a:p>
            <a:pPr marL="0" indent="0">
              <a:buNone/>
            </a:pPr>
            <a:r>
              <a:rPr lang="ru-RU" sz="4500" dirty="0"/>
              <a:t>+   Постоянное время добавления и удаления из середины списка</a:t>
            </a:r>
          </a:p>
          <a:p>
            <a:pPr marL="0" indent="0">
              <a:buNone/>
            </a:pPr>
            <a:r>
              <a:rPr lang="ru-RU" sz="4500" dirty="0"/>
              <a:t>+   Доступ к произвольному элементу осуществляется за линейное время (но доступ к первому и последнему элементу списка всегда осуществляется за константное время — ссылки постоянно хранятся на первый и последниий элементы)</a:t>
            </a:r>
          </a:p>
          <a:p>
            <a:pPr>
              <a:buFontTx/>
              <a:buChar char="-"/>
            </a:pPr>
            <a:r>
              <a:rPr lang="ru-RU" sz="4500" dirty="0" err="1"/>
              <a:t>LinkedList</a:t>
            </a:r>
            <a:r>
              <a:rPr lang="ru-RU" sz="4500" dirty="0"/>
              <a:t> в абсолютных величинах проигрывает ArrayList и по потребляемой памяти и по скорости выполнения операций. </a:t>
            </a:r>
          </a:p>
          <a:p>
            <a:pPr marL="0" indent="0">
              <a:buNone/>
            </a:pPr>
            <a:endParaRPr lang="ru-RU" sz="4500" dirty="0"/>
          </a:p>
          <a:p>
            <a:pPr marL="0" indent="0">
              <a:buNone/>
            </a:pPr>
            <a:r>
              <a:rPr lang="ru-RU" sz="4500" dirty="0" err="1"/>
              <a:t>LinkedList</a:t>
            </a:r>
            <a:r>
              <a:rPr lang="ru-RU" sz="4500" dirty="0"/>
              <a:t> предпочтительно применять, когда происходит активная работа (вставка/удаление) с серединой списка при небольшой длине списка, с началом списка или в случаях, когда необходимо гарантированное время добавления элемента в список</a:t>
            </a:r>
            <a:r>
              <a:rPr lang="ru-RU" sz="4800" dirty="0"/>
              <a:t>.</a:t>
            </a:r>
            <a:endParaRPr lang="ru-RU" sz="4500" dirty="0"/>
          </a:p>
          <a:p>
            <a:pPr marL="285750" indent="-285750">
              <a:buFont typeface="Arial" panose="020B0604020202020204" pitchFamily="34" charset="0"/>
              <a:buChar char="•"/>
            </a:pPr>
            <a:endParaRPr lang="ru-RU" dirty="0"/>
          </a:p>
        </p:txBody>
      </p:sp>
    </p:spTree>
    <p:extLst>
      <p:ext uri="{BB962C8B-B14F-4D97-AF65-F5344CB8AC3E}">
        <p14:creationId xmlns:p14="http://schemas.microsoft.com/office/powerpoint/2010/main" val="34989241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5CA2FB-2B1B-44FB-8641-3D8E65EED262}"/>
              </a:ext>
            </a:extLst>
          </p:cNvPr>
          <p:cNvSpPr>
            <a:spLocks noGrp="1"/>
          </p:cNvSpPr>
          <p:nvPr>
            <p:ph type="title"/>
          </p:nvPr>
        </p:nvSpPr>
        <p:spPr/>
        <p:txBody>
          <a:bodyPr>
            <a:normAutofit/>
          </a:bodyPr>
          <a:lstStyle/>
          <a:p>
            <a:r>
              <a:rPr lang="ru-RU" dirty="0"/>
              <a:t>Интерфейс </a:t>
            </a:r>
            <a:r>
              <a:rPr lang="ru-RU" dirty="0" err="1"/>
              <a:t>Set</a:t>
            </a:r>
            <a:endParaRPr lang="ru-RU" dirty="0"/>
          </a:p>
        </p:txBody>
      </p:sp>
      <p:sp>
        <p:nvSpPr>
          <p:cNvPr id="3" name="Text Placeholder 2"/>
          <p:cNvSpPr>
            <a:spLocks noGrp="1"/>
          </p:cNvSpPr>
          <p:nvPr>
            <p:ph type="body" sz="quarter" idx="4294967295"/>
          </p:nvPr>
        </p:nvSpPr>
        <p:spPr>
          <a:xfrm>
            <a:off x="338137" y="1809740"/>
            <a:ext cx="7274082" cy="4074694"/>
          </a:xfrm>
        </p:spPr>
        <p:txBody>
          <a:bodyPr>
            <a:normAutofit fontScale="77500" lnSpcReduction="20000"/>
          </a:bodyPr>
          <a:lstStyle/>
          <a:p>
            <a:pPr marL="285750" indent="-285750">
              <a:buFont typeface="Arial" panose="020B0604020202020204" pitchFamily="34" charset="0"/>
              <a:buChar char="•"/>
            </a:pPr>
            <a:r>
              <a:rPr lang="ru-RU" dirty="0"/>
              <a:t>Интерфейс </a:t>
            </a:r>
            <a:r>
              <a:rPr lang="ru-RU" b="1" dirty="0"/>
              <a:t>Set</a:t>
            </a:r>
            <a:r>
              <a:rPr lang="ru-RU" dirty="0"/>
              <a:t> расширяет интерфейс Collection и представляет набор </a:t>
            </a:r>
            <a:r>
              <a:rPr lang="ru-RU" b="1" dirty="0"/>
              <a:t>уникальных</a:t>
            </a:r>
            <a:r>
              <a:rPr lang="ru-RU" dirty="0"/>
              <a:t> элементов. </a:t>
            </a:r>
          </a:p>
          <a:p>
            <a:pPr marL="285750" indent="-285750">
              <a:buFont typeface="Arial" panose="020B0604020202020204" pitchFamily="34" charset="0"/>
              <a:buChar char="•"/>
            </a:pPr>
            <a:r>
              <a:rPr lang="ru-RU" dirty="0"/>
              <a:t>Set не добавляет новых методов, только вносит изменения в унаследованные. В частности, метод </a:t>
            </a:r>
            <a:r>
              <a:rPr lang="ru-RU" b="1" dirty="0"/>
              <a:t>add()</a:t>
            </a:r>
            <a:r>
              <a:rPr lang="ru-RU" dirty="0"/>
              <a:t> добавляет элемент в коллекцию и возвращает true, если в коллекции еще нет такого элемента.</a:t>
            </a:r>
          </a:p>
          <a:p>
            <a:pPr marL="285750" indent="-285750">
              <a:buFont typeface="Arial" panose="020B0604020202020204" pitchFamily="34" charset="0"/>
              <a:buChar char="•"/>
            </a:pPr>
            <a:endParaRPr lang="ru-RU" dirty="0"/>
          </a:p>
        </p:txBody>
      </p:sp>
      <p:pic>
        <p:nvPicPr>
          <p:cNvPr id="9218" name="Picture 2" descr="Set в Java. Hashset пример • Vertex Academy">
            <a:extLst>
              <a:ext uri="{FF2B5EF4-FFF2-40B4-BE49-F238E27FC236}">
                <a16:creationId xmlns:a16="http://schemas.microsoft.com/office/drawing/2014/main" id="{A30911C8-D461-47B5-A783-D43AB69DA5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92" r="12914" b="10718"/>
          <a:stretch/>
        </p:blipFill>
        <p:spPr bwMode="auto">
          <a:xfrm>
            <a:off x="7981053" y="1809739"/>
            <a:ext cx="2862656" cy="4330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1616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5CA2FB-2B1B-44FB-8641-3D8E65EED262}"/>
              </a:ext>
            </a:extLst>
          </p:cNvPr>
          <p:cNvSpPr>
            <a:spLocks noGrp="1"/>
          </p:cNvSpPr>
          <p:nvPr>
            <p:ph type="title"/>
          </p:nvPr>
        </p:nvSpPr>
        <p:spPr/>
        <p:txBody>
          <a:bodyPr>
            <a:normAutofit/>
          </a:bodyPr>
          <a:lstStyle/>
          <a:p>
            <a:r>
              <a:rPr lang="ru-RU" dirty="0"/>
              <a:t>Класс </a:t>
            </a:r>
            <a:r>
              <a:rPr lang="ru-RU" dirty="0" err="1"/>
              <a:t>HashSet</a:t>
            </a:r>
            <a:endParaRPr lang="ru-RU" dirty="0"/>
          </a:p>
        </p:txBody>
      </p:sp>
      <p:sp>
        <p:nvSpPr>
          <p:cNvPr id="3" name="Text Placeholder 2"/>
          <p:cNvSpPr>
            <a:spLocks noGrp="1"/>
          </p:cNvSpPr>
          <p:nvPr>
            <p:ph type="body" sz="quarter" idx="4294967295"/>
          </p:nvPr>
        </p:nvSpPr>
        <p:spPr>
          <a:xfrm>
            <a:off x="338137" y="1809740"/>
            <a:ext cx="7274082" cy="4074694"/>
          </a:xfrm>
        </p:spPr>
        <p:txBody>
          <a:bodyPr>
            <a:noAutofit/>
          </a:bodyPr>
          <a:lstStyle/>
          <a:p>
            <a:pPr marL="285750" indent="-285750"/>
            <a:r>
              <a:rPr lang="ru-RU" sz="1800" dirty="0"/>
              <a:t>Обобщенный класс </a:t>
            </a:r>
            <a:r>
              <a:rPr lang="ru-RU" sz="1800" b="1" dirty="0" err="1"/>
              <a:t>HashSet</a:t>
            </a:r>
            <a:r>
              <a:rPr lang="ru-RU" sz="1800" dirty="0"/>
              <a:t> представляет хеш-таблицу. Он наследует свой функционал от класса </a:t>
            </a:r>
            <a:r>
              <a:rPr lang="ru-RU" sz="1800" b="1" dirty="0" err="1"/>
              <a:t>AbstractSet</a:t>
            </a:r>
            <a:r>
              <a:rPr lang="ru-RU" sz="1800" dirty="0"/>
              <a:t>, а также реализует интерфейс </a:t>
            </a:r>
            <a:r>
              <a:rPr lang="ru-RU" sz="1800" b="1" dirty="0" err="1"/>
              <a:t>Set</a:t>
            </a:r>
            <a:r>
              <a:rPr lang="ru-RU" sz="1800" dirty="0"/>
              <a:t>.</a:t>
            </a:r>
          </a:p>
          <a:p>
            <a:pPr marL="285750" indent="-285750"/>
            <a:r>
              <a:rPr lang="ru-RU" sz="1800" dirty="0"/>
              <a:t>Хеш-таблица представляет такую структуру данных, в которой все объекты имеют уникальный ключ или </a:t>
            </a:r>
            <a:r>
              <a:rPr lang="ru-RU" sz="1800" dirty="0" err="1"/>
              <a:t>хеш</a:t>
            </a:r>
            <a:r>
              <a:rPr lang="ru-RU" sz="1800" dirty="0"/>
              <a:t>-код. Данный ключ позволяет уникально идентифицировать объект в таблице.</a:t>
            </a:r>
            <a:endParaRPr lang="en-US" sz="1800" dirty="0"/>
          </a:p>
          <a:p>
            <a:pPr marL="285750" indent="-285750"/>
            <a:r>
              <a:rPr lang="ru-RU" sz="1800" dirty="0"/>
              <a:t>Может хранить </a:t>
            </a:r>
            <a:r>
              <a:rPr lang="en-US" sz="1800" dirty="0"/>
              <a:t>NULL – </a:t>
            </a:r>
            <a:r>
              <a:rPr lang="ru-RU" sz="1800" dirty="0"/>
              <a:t>значения</a:t>
            </a:r>
          </a:p>
          <a:p>
            <a:pPr marL="285750" indent="-285750"/>
            <a:r>
              <a:rPr lang="ru-RU" sz="1800" dirty="0"/>
              <a:t>На ряду с емкостью таблицы, которая по умолчанию равна 16, хеш-таблица имеет коэффициент заполнения, значение которого должно быть в пределах от 0.0 до 1.0, указывает, насколько должна быть заполнена емкость объектами прежде чем произойдет ее расширение. По умолчанию он равен 0.75</a:t>
            </a:r>
          </a:p>
          <a:p>
            <a:pPr marL="285750" indent="-285750"/>
            <a:r>
              <a:rPr lang="ru-RU" sz="1800" dirty="0"/>
              <a:t>При плохой хеш-функции, может случиться так, что два ключа будут хешированы в одну и ту же ячейку массива. Такая ситуация называется </a:t>
            </a:r>
            <a:r>
              <a:rPr lang="ru-RU" sz="1800" b="1" dirty="0"/>
              <a:t>коллизией</a:t>
            </a:r>
            <a:r>
              <a:rPr lang="ru-RU" sz="1800" dirty="0"/>
              <a:t>. </a:t>
            </a:r>
          </a:p>
        </p:txBody>
      </p:sp>
      <p:pic>
        <p:nvPicPr>
          <p:cNvPr id="6" name="Picture 5"/>
          <p:cNvPicPr>
            <a:picLocks noChangeAspect="1"/>
          </p:cNvPicPr>
          <p:nvPr/>
        </p:nvPicPr>
        <p:blipFill rotWithShape="1">
          <a:blip r:embed="rId3"/>
          <a:srcRect l="2753" r="3225"/>
          <a:stretch/>
        </p:blipFill>
        <p:spPr>
          <a:xfrm>
            <a:off x="7612219" y="1809739"/>
            <a:ext cx="4151804" cy="3156978"/>
          </a:xfrm>
          <a:prstGeom prst="rect">
            <a:avLst/>
          </a:prstGeom>
        </p:spPr>
      </p:pic>
    </p:spTree>
    <p:extLst>
      <p:ext uri="{BB962C8B-B14F-4D97-AF65-F5344CB8AC3E}">
        <p14:creationId xmlns:p14="http://schemas.microsoft.com/office/powerpoint/2010/main" val="2279203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5CA2FB-2B1B-44FB-8641-3D8E65EED262}"/>
              </a:ext>
            </a:extLst>
          </p:cNvPr>
          <p:cNvSpPr>
            <a:spLocks noGrp="1"/>
          </p:cNvSpPr>
          <p:nvPr>
            <p:ph type="title"/>
          </p:nvPr>
        </p:nvSpPr>
        <p:spPr/>
        <p:txBody>
          <a:bodyPr>
            <a:normAutofit/>
          </a:bodyPr>
          <a:lstStyle/>
          <a:p>
            <a:r>
              <a:rPr lang="ru-RU" dirty="0"/>
              <a:t>Класс </a:t>
            </a:r>
            <a:r>
              <a:rPr lang="ru-RU" dirty="0" err="1"/>
              <a:t>Object</a:t>
            </a:r>
            <a:r>
              <a:rPr lang="ru-RU" dirty="0"/>
              <a:t> и его методы</a:t>
            </a:r>
          </a:p>
        </p:txBody>
      </p:sp>
      <p:sp>
        <p:nvSpPr>
          <p:cNvPr id="5" name="Text Placeholder 4">
            <a:extLst>
              <a:ext uri="{FF2B5EF4-FFF2-40B4-BE49-F238E27FC236}">
                <a16:creationId xmlns:a16="http://schemas.microsoft.com/office/drawing/2014/main" id="{98715548-2268-4DFC-9BCE-4FDA6AC4A857}"/>
              </a:ext>
            </a:extLst>
          </p:cNvPr>
          <p:cNvSpPr>
            <a:spLocks noGrp="1"/>
          </p:cNvSpPr>
          <p:nvPr/>
        </p:nvSpPr>
        <p:spPr>
          <a:xfrm>
            <a:off x="427977" y="1809739"/>
            <a:ext cx="10706098" cy="67923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rgbClr val="006CB7"/>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ru-RU" dirty="0">
                <a:solidFill>
                  <a:schemeClr val="tx1"/>
                </a:solidFill>
              </a:rPr>
              <a:t>Все классы неявно наследуются от класса </a:t>
            </a:r>
            <a:r>
              <a:rPr lang="ru-RU" b="1" dirty="0">
                <a:solidFill>
                  <a:schemeClr val="tx1"/>
                </a:solidFill>
              </a:rPr>
              <a:t>Object.</a:t>
            </a:r>
            <a:r>
              <a:rPr lang="ru-RU" dirty="0">
                <a:solidFill>
                  <a:schemeClr val="tx1"/>
                </a:solidFill>
              </a:rPr>
              <a:t> Поэтому все типы и классы могут реализовать те методы, которые определены в классе Object:</a:t>
            </a:r>
          </a:p>
        </p:txBody>
      </p:sp>
      <p:sp>
        <p:nvSpPr>
          <p:cNvPr id="7" name="Text Placeholder 9">
            <a:extLst>
              <a:ext uri="{FF2B5EF4-FFF2-40B4-BE49-F238E27FC236}">
                <a16:creationId xmlns:a16="http://schemas.microsoft.com/office/drawing/2014/main" id="{0BFFE2EE-5275-4309-936A-7E6827F8769B}"/>
              </a:ext>
            </a:extLst>
          </p:cNvPr>
          <p:cNvSpPr>
            <a:spLocks noGrp="1"/>
          </p:cNvSpPr>
          <p:nvPr/>
        </p:nvSpPr>
        <p:spPr>
          <a:xfrm>
            <a:off x="667558" y="2577540"/>
            <a:ext cx="10706098" cy="272598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ru-RU" dirty="0"/>
              <a:t>Метод </a:t>
            </a:r>
            <a:r>
              <a:rPr lang="ru-RU" b="1" dirty="0"/>
              <a:t>hashCode</a:t>
            </a:r>
            <a:r>
              <a:rPr lang="ru-RU" dirty="0"/>
              <a:t> позволяет задать некоторое числовое значение, которое будет соответствовать данному объекту или его хэш-код. По данному числу, например, можно сравнивать объекты. </a:t>
            </a:r>
          </a:p>
          <a:p>
            <a:pPr marL="285750" indent="-285750">
              <a:buFont typeface="Arial" panose="020B0604020202020204" pitchFamily="34" charset="0"/>
              <a:buChar char="•"/>
            </a:pPr>
            <a:r>
              <a:rPr lang="ru-RU" dirty="0"/>
              <a:t>Встроенный </a:t>
            </a:r>
            <a:r>
              <a:rPr lang="ru-RU" dirty="0" err="1"/>
              <a:t>хеш</a:t>
            </a:r>
            <a:r>
              <a:rPr lang="ru-RU" dirty="0"/>
              <a:t>-код генерируется лишь один раз для каждого объекта при первом вызове метода </a:t>
            </a:r>
            <a:r>
              <a:rPr lang="ru-RU" dirty="0" err="1"/>
              <a:t>hashCode</a:t>
            </a:r>
            <a:r>
              <a:rPr lang="ru-RU" dirty="0"/>
              <a:t>() используя генератор случайных чисел, после чего сохраняется в заголовке объекта для последующих вызовов</a:t>
            </a:r>
          </a:p>
          <a:p>
            <a:pPr marL="285750" indent="-285750">
              <a:buFont typeface="Arial" panose="020B0604020202020204" pitchFamily="34" charset="0"/>
              <a:buChar char="•"/>
            </a:pPr>
            <a:r>
              <a:rPr lang="ru-RU" dirty="0"/>
              <a:t>Метод </a:t>
            </a:r>
            <a:r>
              <a:rPr lang="ru-RU" b="1" dirty="0"/>
              <a:t>equals</a:t>
            </a:r>
            <a:r>
              <a:rPr lang="ru-RU" dirty="0"/>
              <a:t> сравнивает два объекта на равенство. </a:t>
            </a:r>
          </a:p>
          <a:p>
            <a:pPr marL="285750" indent="-285750">
              <a:buFont typeface="Arial" panose="020B0604020202020204" pitchFamily="34" charset="0"/>
              <a:buChar char="•"/>
            </a:pPr>
            <a:r>
              <a:rPr lang="ru-RU" dirty="0"/>
              <a:t>Метод </a:t>
            </a:r>
            <a:r>
              <a:rPr lang="ru-RU" b="1" dirty="0"/>
              <a:t>equals</a:t>
            </a:r>
            <a:r>
              <a:rPr lang="ru-RU" dirty="0"/>
              <a:t> принимает в качестве параметр объект любого типа, который мы затем приводим к текущему, если они являются объектами одного класса.</a:t>
            </a:r>
          </a:p>
          <a:p>
            <a:endParaRPr lang="ru-RU" dirty="0"/>
          </a:p>
        </p:txBody>
      </p:sp>
      <p:pic>
        <p:nvPicPr>
          <p:cNvPr id="2" name="Picture 1">
            <a:extLst>
              <a:ext uri="{FF2B5EF4-FFF2-40B4-BE49-F238E27FC236}">
                <a16:creationId xmlns:a16="http://schemas.microsoft.com/office/drawing/2014/main" id="{53555664-DCF3-4850-B7E2-347152426FBD}"/>
              </a:ext>
            </a:extLst>
          </p:cNvPr>
          <p:cNvPicPr>
            <a:picLocks noChangeAspect="1"/>
          </p:cNvPicPr>
          <p:nvPr/>
        </p:nvPicPr>
        <p:blipFill>
          <a:blip r:embed="rId3"/>
          <a:stretch>
            <a:fillRect/>
          </a:stretch>
        </p:blipFill>
        <p:spPr>
          <a:xfrm>
            <a:off x="427977" y="5053725"/>
            <a:ext cx="10296659" cy="1076528"/>
          </a:xfrm>
          <a:prstGeom prst="rect">
            <a:avLst/>
          </a:prstGeom>
        </p:spPr>
      </p:pic>
    </p:spTree>
    <p:extLst>
      <p:ext uri="{BB962C8B-B14F-4D97-AF65-F5344CB8AC3E}">
        <p14:creationId xmlns:p14="http://schemas.microsoft.com/office/powerpoint/2010/main" val="33499618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FA7E7C-A8D6-4974-B640-C8FB4312728B}"/>
              </a:ext>
            </a:extLst>
          </p:cNvPr>
          <p:cNvSpPr>
            <a:spLocks noGrp="1"/>
          </p:cNvSpPr>
          <p:nvPr>
            <p:ph type="title"/>
          </p:nvPr>
        </p:nvSpPr>
        <p:spPr/>
        <p:txBody>
          <a:bodyPr/>
          <a:lstStyle/>
          <a:p>
            <a:r>
              <a:rPr lang="ru-RU" dirty="0"/>
              <a:t>Контракт </a:t>
            </a:r>
            <a:r>
              <a:rPr lang="en-US" dirty="0"/>
              <a:t>equals</a:t>
            </a:r>
            <a:endParaRPr lang="ru-RU" dirty="0"/>
          </a:p>
        </p:txBody>
      </p:sp>
      <p:sp>
        <p:nvSpPr>
          <p:cNvPr id="7" name="Text Placeholder 6"/>
          <p:cNvSpPr>
            <a:spLocks noGrp="1"/>
          </p:cNvSpPr>
          <p:nvPr>
            <p:ph type="body" sz="quarter" idx="4294967295"/>
          </p:nvPr>
        </p:nvSpPr>
        <p:spPr>
          <a:xfrm>
            <a:off x="311972" y="1809739"/>
            <a:ext cx="11137078" cy="902007"/>
          </a:xfrm>
        </p:spPr>
        <p:txBody>
          <a:bodyPr>
            <a:normAutofit fontScale="55000" lnSpcReduction="20000"/>
          </a:bodyPr>
          <a:lstStyle/>
          <a:p>
            <a:pPr marL="0" indent="0">
              <a:buNone/>
            </a:pPr>
            <a:r>
              <a:rPr lang="ru-RU" dirty="0"/>
              <a:t>При переопределении метода equals и разработчик должен придерживаться основных правил, определенных в спецификации языка Java.</a:t>
            </a:r>
          </a:p>
        </p:txBody>
      </p:sp>
      <p:sp>
        <p:nvSpPr>
          <p:cNvPr id="8" name="Text Placeholder 7"/>
          <p:cNvSpPr>
            <a:spLocks noGrp="1"/>
          </p:cNvSpPr>
          <p:nvPr>
            <p:ph type="body" sz="quarter" idx="4294967295"/>
          </p:nvPr>
        </p:nvSpPr>
        <p:spPr>
          <a:xfrm>
            <a:off x="742950" y="2571896"/>
            <a:ext cx="10706100" cy="3619365"/>
          </a:xfrm>
        </p:spPr>
        <p:txBody>
          <a:bodyPr>
            <a:normAutofit fontScale="32500" lnSpcReduction="20000"/>
          </a:bodyPr>
          <a:lstStyle/>
          <a:p>
            <a:pPr marL="0" indent="0" fontAlgn="base">
              <a:buNone/>
            </a:pPr>
            <a:r>
              <a:rPr lang="en-US" sz="4900" dirty="0"/>
              <a:t>1. </a:t>
            </a:r>
            <a:r>
              <a:rPr lang="ru-RU" sz="4900" dirty="0" err="1"/>
              <a:t>Рефлексивность</a:t>
            </a:r>
            <a:r>
              <a:rPr lang="en-US" sz="4900" dirty="0"/>
              <a:t> </a:t>
            </a:r>
            <a:r>
              <a:rPr lang="en-US" sz="4900" dirty="0" err="1"/>
              <a:t>x.equals</a:t>
            </a:r>
            <a:r>
              <a:rPr lang="en-US" sz="4900" dirty="0"/>
              <a:t>(x) == true</a:t>
            </a:r>
            <a:endParaRPr lang="ru-RU" sz="4900" dirty="0"/>
          </a:p>
          <a:p>
            <a:pPr marL="0" indent="0" fontAlgn="base">
              <a:buNone/>
            </a:pPr>
            <a:r>
              <a:rPr lang="ru-RU" sz="4900" dirty="0"/>
              <a:t>для любого заданного значения x, выражение x.equals(x) должно возвращать true.</a:t>
            </a:r>
          </a:p>
          <a:p>
            <a:pPr marL="0" indent="0" fontAlgn="base">
              <a:buNone/>
            </a:pPr>
            <a:r>
              <a:rPr lang="ru-RU" sz="4900" dirty="0"/>
              <a:t>Заданного — имеется в виду такого, что x != null</a:t>
            </a:r>
            <a:endParaRPr lang="en-US" sz="4900" dirty="0"/>
          </a:p>
          <a:p>
            <a:pPr marL="0" indent="0" fontAlgn="base">
              <a:buNone/>
            </a:pPr>
            <a:r>
              <a:rPr lang="ru-RU" sz="4900" dirty="0"/>
              <a:t>2. Симметричность</a:t>
            </a:r>
            <a:r>
              <a:rPr lang="en-US" sz="4900" dirty="0"/>
              <a:t> </a:t>
            </a:r>
            <a:r>
              <a:rPr lang="en-US" sz="4900" dirty="0" err="1"/>
              <a:t>x.equals</a:t>
            </a:r>
            <a:r>
              <a:rPr lang="en-US" sz="4900" dirty="0"/>
              <a:t>(y) == </a:t>
            </a:r>
            <a:r>
              <a:rPr lang="en-US" sz="4900" dirty="0" err="1"/>
              <a:t>y.equals</a:t>
            </a:r>
            <a:r>
              <a:rPr lang="en-US" sz="4900" dirty="0"/>
              <a:t>(x)</a:t>
            </a:r>
            <a:endParaRPr lang="ru-RU" sz="4900" dirty="0"/>
          </a:p>
          <a:p>
            <a:pPr marL="0" indent="0" fontAlgn="base">
              <a:buNone/>
            </a:pPr>
            <a:r>
              <a:rPr lang="ru-RU" sz="4900" dirty="0"/>
              <a:t>для любых заданных значений x и y, x.equals(y) должно возвращать true только в том случае, когда y.equals(x) возвращает true. </a:t>
            </a:r>
            <a:endParaRPr lang="en-US" sz="4900" dirty="0"/>
          </a:p>
          <a:p>
            <a:pPr marL="0" indent="0" fontAlgn="base">
              <a:buNone/>
            </a:pPr>
            <a:r>
              <a:rPr lang="en-US" sz="4900" dirty="0"/>
              <a:t>3.</a:t>
            </a:r>
            <a:r>
              <a:rPr lang="ru-RU" sz="4900" dirty="0"/>
              <a:t> Транзитивность</a:t>
            </a:r>
            <a:r>
              <a:rPr lang="en-US" sz="4900" dirty="0"/>
              <a:t>. </a:t>
            </a:r>
            <a:r>
              <a:rPr lang="ru-RU" sz="4900" dirty="0"/>
              <a:t>Если </a:t>
            </a:r>
            <a:r>
              <a:rPr lang="en-US" sz="4900" dirty="0" err="1"/>
              <a:t>x.equals</a:t>
            </a:r>
            <a:r>
              <a:rPr lang="en-US" sz="4900" dirty="0"/>
              <a:t>(y) </a:t>
            </a:r>
            <a:r>
              <a:rPr lang="ru-RU" sz="4900" dirty="0"/>
              <a:t>и </a:t>
            </a:r>
            <a:r>
              <a:rPr lang="en-US" sz="4900" dirty="0" err="1"/>
              <a:t>y.equals</a:t>
            </a:r>
            <a:r>
              <a:rPr lang="en-US" sz="4900" dirty="0"/>
              <a:t>(z), </a:t>
            </a:r>
            <a:r>
              <a:rPr lang="ru-RU" sz="4900" dirty="0"/>
              <a:t>то </a:t>
            </a:r>
            <a:r>
              <a:rPr lang="en-US" sz="4900" dirty="0"/>
              <a:t>x</a:t>
            </a:r>
            <a:r>
              <a:rPr lang="ru-RU" sz="4900" dirty="0"/>
              <a:t>.</a:t>
            </a:r>
            <a:r>
              <a:rPr lang="en-US" sz="4900" dirty="0"/>
              <a:t>equals(z)</a:t>
            </a:r>
            <a:endParaRPr lang="ru-RU" sz="4900" dirty="0"/>
          </a:p>
          <a:p>
            <a:pPr marL="0" indent="0" fontAlgn="base">
              <a:buNone/>
            </a:pPr>
            <a:r>
              <a:rPr lang="ru-RU" sz="4900" dirty="0"/>
              <a:t>для любых заданных значений x, y и z, если x.equals(y) возвращает true и y.equals(z) возвращает true, x.equals(z) должно вернуть значение true.</a:t>
            </a:r>
            <a:endParaRPr lang="en-US" sz="4900" dirty="0"/>
          </a:p>
          <a:p>
            <a:pPr marL="0" indent="0" fontAlgn="base">
              <a:buNone/>
            </a:pPr>
            <a:r>
              <a:rPr lang="en-US" sz="4900" dirty="0"/>
              <a:t>4. </a:t>
            </a:r>
            <a:r>
              <a:rPr lang="ru-RU" sz="4900" dirty="0"/>
              <a:t>Согласованность</a:t>
            </a:r>
          </a:p>
          <a:p>
            <a:pPr marL="0" indent="0" fontAlgn="base">
              <a:buNone/>
            </a:pPr>
            <a:r>
              <a:rPr lang="ru-RU" sz="4900" dirty="0"/>
              <a:t>для любых заданных значений x и y повторный вызов x.equals(y) будет возвращать значение предыдущего вызова этого метода при условии, что поля, используемые для сравнения этих двух объектов, не изменялись между вызовами.</a:t>
            </a:r>
            <a:endParaRPr lang="en-US" sz="4900" dirty="0"/>
          </a:p>
          <a:p>
            <a:pPr marL="0" indent="0" fontAlgn="base">
              <a:buNone/>
            </a:pPr>
            <a:r>
              <a:rPr lang="en-US" sz="4900" dirty="0"/>
              <a:t>5. </a:t>
            </a:r>
            <a:r>
              <a:rPr lang="ru-RU" sz="4900" dirty="0"/>
              <a:t>Сравнение null</a:t>
            </a:r>
          </a:p>
          <a:p>
            <a:pPr marL="0" indent="0" fontAlgn="base">
              <a:buNone/>
            </a:pPr>
            <a:r>
              <a:rPr lang="ru-RU" sz="4900" dirty="0"/>
              <a:t>для любого заданного значения x вызов x.equals(null) должен возвращать </a:t>
            </a:r>
            <a:r>
              <a:rPr lang="ru-RU" sz="4900" dirty="0" err="1"/>
              <a:t>false</a:t>
            </a:r>
            <a:r>
              <a:rPr lang="ru-RU" sz="4900" dirty="0"/>
              <a:t>.</a:t>
            </a:r>
            <a:endParaRPr lang="en-US" sz="4900" dirty="0"/>
          </a:p>
          <a:p>
            <a:endParaRPr lang="ru-RU" dirty="0"/>
          </a:p>
        </p:txBody>
      </p:sp>
    </p:spTree>
    <p:extLst>
      <p:ext uri="{BB962C8B-B14F-4D97-AF65-F5344CB8AC3E}">
        <p14:creationId xmlns:p14="http://schemas.microsoft.com/office/powerpoint/2010/main" val="795192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FA7E7C-A8D6-4974-B640-C8FB4312728B}"/>
              </a:ext>
            </a:extLst>
          </p:cNvPr>
          <p:cNvSpPr>
            <a:spLocks noGrp="1"/>
          </p:cNvSpPr>
          <p:nvPr>
            <p:ph type="title"/>
          </p:nvPr>
        </p:nvSpPr>
        <p:spPr/>
        <p:txBody>
          <a:bodyPr/>
          <a:lstStyle/>
          <a:p>
            <a:r>
              <a:rPr lang="ru-RU" dirty="0"/>
              <a:t>Контракт </a:t>
            </a:r>
            <a:r>
              <a:rPr lang="en-US" dirty="0" err="1"/>
              <a:t>hashCode</a:t>
            </a:r>
            <a:endParaRPr lang="ru-RU" dirty="0"/>
          </a:p>
        </p:txBody>
      </p:sp>
      <p:sp>
        <p:nvSpPr>
          <p:cNvPr id="7" name="Text Placeholder 6"/>
          <p:cNvSpPr>
            <a:spLocks noGrp="1"/>
          </p:cNvSpPr>
          <p:nvPr>
            <p:ph type="body" sz="quarter" idx="4294967295"/>
          </p:nvPr>
        </p:nvSpPr>
        <p:spPr>
          <a:xfrm>
            <a:off x="311972" y="1809739"/>
            <a:ext cx="11137078" cy="902007"/>
          </a:xfrm>
        </p:spPr>
        <p:txBody>
          <a:bodyPr>
            <a:normAutofit fontScale="55000" lnSpcReduction="20000"/>
          </a:bodyPr>
          <a:lstStyle/>
          <a:p>
            <a:pPr marL="0" indent="0">
              <a:buNone/>
            </a:pPr>
            <a:r>
              <a:rPr lang="ru-RU" dirty="0"/>
              <a:t>При переопределении метода </a:t>
            </a:r>
            <a:r>
              <a:rPr lang="en-US" dirty="0" err="1"/>
              <a:t>hashCode</a:t>
            </a:r>
            <a:r>
              <a:rPr lang="ru-RU" dirty="0"/>
              <a:t> и разработчик должен придерживаться основных правил, определенных в спецификации языка </a:t>
            </a:r>
            <a:r>
              <a:rPr lang="ru-RU" dirty="0" err="1"/>
              <a:t>Java</a:t>
            </a:r>
            <a:endParaRPr lang="ru-RU" dirty="0"/>
          </a:p>
        </p:txBody>
      </p:sp>
      <p:sp>
        <p:nvSpPr>
          <p:cNvPr id="8" name="Text Placeholder 7"/>
          <p:cNvSpPr>
            <a:spLocks noGrp="1"/>
          </p:cNvSpPr>
          <p:nvPr>
            <p:ph type="body" sz="quarter" idx="4294967295"/>
          </p:nvPr>
        </p:nvSpPr>
        <p:spPr>
          <a:xfrm>
            <a:off x="742950" y="2571896"/>
            <a:ext cx="10706100" cy="3619365"/>
          </a:xfrm>
        </p:spPr>
        <p:txBody>
          <a:bodyPr>
            <a:normAutofit fontScale="47500" lnSpcReduction="20000"/>
          </a:bodyPr>
          <a:lstStyle/>
          <a:p>
            <a:pPr marL="342900" indent="-342900" fontAlgn="base">
              <a:buFont typeface="+mj-lt"/>
              <a:buAutoNum type="arabicPeriod"/>
            </a:pPr>
            <a:r>
              <a:rPr lang="ru-RU" sz="4000" dirty="0"/>
              <a:t>вызов метода </a:t>
            </a:r>
            <a:r>
              <a:rPr lang="ru-RU" sz="4000" dirty="0" err="1"/>
              <a:t>hashCode</a:t>
            </a:r>
            <a:r>
              <a:rPr lang="ru-RU" sz="4000" dirty="0"/>
              <a:t> один и более раз над одним и тем же объектом должен возвращать одно и то же хэш-значение, при условии что поля объекта, участвующие в вычислении значения, не изменялись.</a:t>
            </a:r>
          </a:p>
          <a:p>
            <a:pPr marL="342900" indent="-342900" fontAlgn="base">
              <a:buFont typeface="+mj-lt"/>
              <a:buAutoNum type="arabicPeriod"/>
            </a:pPr>
            <a:r>
              <a:rPr lang="ru-RU" sz="4000" dirty="0"/>
              <a:t>вызов метода </a:t>
            </a:r>
            <a:r>
              <a:rPr lang="ru-RU" sz="4000" dirty="0" err="1"/>
              <a:t>hashCode</a:t>
            </a:r>
            <a:r>
              <a:rPr lang="ru-RU" sz="4000" dirty="0"/>
              <a:t> над двумя объектами должен всегда возвращать одно и то же число, если эти объекты равны (вызов метода </a:t>
            </a:r>
            <a:r>
              <a:rPr lang="ru-RU" sz="4000" dirty="0" err="1"/>
              <a:t>equals</a:t>
            </a:r>
            <a:r>
              <a:rPr lang="ru-RU" sz="4000" dirty="0"/>
              <a:t> для этих объектов возвращает </a:t>
            </a:r>
            <a:r>
              <a:rPr lang="ru-RU" sz="4000" dirty="0" err="1"/>
              <a:t>true</a:t>
            </a:r>
            <a:r>
              <a:rPr lang="ru-RU" sz="4000" dirty="0"/>
              <a:t>).</a:t>
            </a:r>
          </a:p>
          <a:p>
            <a:pPr marL="342900" indent="-342900" fontAlgn="base">
              <a:buFont typeface="+mj-lt"/>
              <a:buAutoNum type="arabicPeriod"/>
            </a:pPr>
            <a:r>
              <a:rPr lang="ru-RU" sz="4000" dirty="0"/>
              <a:t>вызов метода </a:t>
            </a:r>
            <a:r>
              <a:rPr lang="ru-RU" sz="4000" dirty="0" err="1"/>
              <a:t>hashCode</a:t>
            </a:r>
            <a:r>
              <a:rPr lang="ru-RU" sz="4000" dirty="0"/>
              <a:t> над двумя неравными между собой объектами должен возвращать разные хэш-значения. Хотя это требование и не является обязательным, следует учитывать, что его выполнение положительно повлияет на производительность работы хэш-таблиц.</a:t>
            </a:r>
            <a:endParaRPr lang="en-US" sz="4000" dirty="0"/>
          </a:p>
          <a:p>
            <a:pPr marL="0" indent="0" fontAlgn="base">
              <a:buNone/>
            </a:pPr>
            <a:endParaRPr lang="en-US" sz="5400" b="1" dirty="0"/>
          </a:p>
          <a:p>
            <a:pPr marL="0" indent="0" fontAlgn="base">
              <a:buNone/>
            </a:pPr>
            <a:r>
              <a:rPr lang="ru-RU" sz="5400" b="1" dirty="0"/>
              <a:t>Методы </a:t>
            </a:r>
            <a:r>
              <a:rPr lang="ru-RU" sz="5400" b="1" dirty="0" err="1"/>
              <a:t>equals</a:t>
            </a:r>
            <a:r>
              <a:rPr lang="ru-RU" sz="5400" b="1" dirty="0"/>
              <a:t> и </a:t>
            </a:r>
            <a:r>
              <a:rPr lang="ru-RU" sz="5400" b="1" dirty="0" err="1"/>
              <a:t>hashCode</a:t>
            </a:r>
            <a:r>
              <a:rPr lang="ru-RU" sz="5400" b="1" dirty="0"/>
              <a:t> необходимо переопределять вместе</a:t>
            </a:r>
          </a:p>
          <a:p>
            <a:endParaRPr lang="ru-RU" dirty="0"/>
          </a:p>
        </p:txBody>
      </p:sp>
    </p:spTree>
    <p:extLst>
      <p:ext uri="{BB962C8B-B14F-4D97-AF65-F5344CB8AC3E}">
        <p14:creationId xmlns:p14="http://schemas.microsoft.com/office/powerpoint/2010/main" val="3239541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9FA7E7C-A8D6-4974-B640-C8FB4312728B}"/>
              </a:ext>
            </a:extLst>
          </p:cNvPr>
          <p:cNvSpPr>
            <a:spLocks noGrp="1"/>
          </p:cNvSpPr>
          <p:nvPr>
            <p:ph type="title"/>
          </p:nvPr>
        </p:nvSpPr>
        <p:spPr/>
        <p:txBody>
          <a:bodyPr/>
          <a:lstStyle/>
          <a:p>
            <a:r>
              <a:rPr lang="en-US" dirty="0"/>
              <a:t>HashSet: </a:t>
            </a:r>
            <a:r>
              <a:rPr lang="ru-RU" dirty="0"/>
              <a:t>плюсы и минусы</a:t>
            </a:r>
          </a:p>
        </p:txBody>
      </p:sp>
      <p:sp>
        <p:nvSpPr>
          <p:cNvPr id="8" name="Text Placeholder 7"/>
          <p:cNvSpPr>
            <a:spLocks noGrp="1"/>
          </p:cNvSpPr>
          <p:nvPr>
            <p:ph type="body" sz="quarter" idx="4294967295"/>
          </p:nvPr>
        </p:nvSpPr>
        <p:spPr>
          <a:xfrm>
            <a:off x="609600" y="1969468"/>
            <a:ext cx="10706100" cy="3619365"/>
          </a:xfrm>
        </p:spPr>
        <p:txBody>
          <a:bodyPr>
            <a:normAutofit fontScale="92500" lnSpcReduction="20000"/>
          </a:bodyPr>
          <a:lstStyle/>
          <a:p>
            <a:pPr fontAlgn="base"/>
            <a:r>
              <a:rPr lang="ru-RU" sz="4000" dirty="0"/>
              <a:t>Использование </a:t>
            </a:r>
            <a:r>
              <a:rPr lang="ru-RU" sz="4000" dirty="0" err="1"/>
              <a:t>hash</a:t>
            </a:r>
            <a:r>
              <a:rPr lang="ru-RU" sz="4000" dirty="0"/>
              <a:t>-кодов позволяет довольно быстро искать, добавлять и удалять элементы из множества (</a:t>
            </a:r>
            <a:r>
              <a:rPr lang="ru-RU" sz="4000" dirty="0" err="1"/>
              <a:t>Set</a:t>
            </a:r>
            <a:r>
              <a:rPr lang="ru-RU" sz="4000" dirty="0"/>
              <a:t>).</a:t>
            </a:r>
          </a:p>
          <a:p>
            <a:pPr fontAlgn="base"/>
            <a:r>
              <a:rPr lang="ru-RU" dirty="0"/>
              <a:t>У класса должны быть правильно реализованы методы </a:t>
            </a:r>
            <a:r>
              <a:rPr lang="ru-RU" b="1" dirty="0" err="1"/>
              <a:t>hashCode</a:t>
            </a:r>
            <a:r>
              <a:rPr lang="ru-RU" b="1" dirty="0"/>
              <a:t> &amp; </a:t>
            </a:r>
            <a:r>
              <a:rPr lang="ru-RU" b="1" dirty="0" err="1"/>
              <a:t>equals</a:t>
            </a:r>
            <a:r>
              <a:rPr lang="ru-RU" dirty="0"/>
              <a:t>, иначе рискуешь, что объект в коллекции </a:t>
            </a:r>
            <a:r>
              <a:rPr lang="ru-RU" dirty="0" err="1"/>
              <a:t>Set</a:t>
            </a:r>
            <a:r>
              <a:rPr lang="ru-RU" dirty="0"/>
              <a:t> не будет найден, даже если он там есть</a:t>
            </a:r>
          </a:p>
        </p:txBody>
      </p:sp>
    </p:spTree>
    <p:extLst>
      <p:ext uri="{BB962C8B-B14F-4D97-AF65-F5344CB8AC3E}">
        <p14:creationId xmlns:p14="http://schemas.microsoft.com/office/powerpoint/2010/main" val="14971462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62AE59-4D36-4367-85CE-E2C01698153B}"/>
              </a:ext>
            </a:extLst>
          </p:cNvPr>
          <p:cNvSpPr>
            <a:spLocks noGrp="1"/>
          </p:cNvSpPr>
          <p:nvPr>
            <p:ph type="title"/>
          </p:nvPr>
        </p:nvSpPr>
        <p:spPr/>
        <p:txBody>
          <a:bodyPr>
            <a:normAutofit/>
          </a:bodyPr>
          <a:lstStyle/>
          <a:p>
            <a:r>
              <a:rPr lang="ru-RU" dirty="0"/>
              <a:t>Интерфейс </a:t>
            </a:r>
            <a:r>
              <a:rPr lang="ru-RU" dirty="0" err="1"/>
              <a:t>Map</a:t>
            </a:r>
            <a:endParaRPr lang="ru-RU" dirty="0"/>
          </a:p>
        </p:txBody>
      </p:sp>
      <p:sp>
        <p:nvSpPr>
          <p:cNvPr id="3" name="Text Placeholder 2"/>
          <p:cNvSpPr>
            <a:spLocks noGrp="1"/>
          </p:cNvSpPr>
          <p:nvPr>
            <p:ph type="body" sz="quarter" idx="4294967295"/>
          </p:nvPr>
        </p:nvSpPr>
        <p:spPr>
          <a:xfrm>
            <a:off x="451822" y="1809739"/>
            <a:ext cx="8983212" cy="4508500"/>
          </a:xfrm>
        </p:spPr>
        <p:txBody>
          <a:bodyPr>
            <a:normAutofit fontScale="55000" lnSpcReduction="20000"/>
          </a:bodyPr>
          <a:lstStyle/>
          <a:p>
            <a:pPr marL="285750" indent="-285750">
              <a:buFont typeface="Arial" panose="020B0604020202020204" pitchFamily="34" charset="0"/>
              <a:buChar char="•"/>
            </a:pPr>
            <a:r>
              <a:rPr lang="ru-RU" dirty="0"/>
              <a:t>Интерфейс </a:t>
            </a:r>
            <a:r>
              <a:rPr lang="ru-RU" b="1" dirty="0"/>
              <a:t>Map&lt;K, V&gt;</a:t>
            </a:r>
            <a:r>
              <a:rPr lang="ru-RU" dirty="0"/>
              <a:t> представляет отображение или иначе говоря словарь, где каждый элемент представляет пару "ключ-значение". </a:t>
            </a:r>
            <a:endParaRPr lang="en-US" dirty="0"/>
          </a:p>
          <a:p>
            <a:pPr marL="285750" indent="-285750">
              <a:buFont typeface="Arial" panose="020B0604020202020204" pitchFamily="34" charset="0"/>
              <a:buChar char="•"/>
            </a:pPr>
            <a:r>
              <a:rPr lang="ru-RU" dirty="0"/>
              <a:t>При этом все ключи уникальные в рамках объекта Map. </a:t>
            </a:r>
            <a:endParaRPr lang="en-US" dirty="0"/>
          </a:p>
          <a:p>
            <a:pPr marL="285750" indent="-285750">
              <a:buFont typeface="Arial" panose="020B0604020202020204" pitchFamily="34" charset="0"/>
              <a:buChar char="•"/>
            </a:pPr>
            <a:r>
              <a:rPr lang="ru-RU" dirty="0"/>
              <a:t>Такие коллекции облегчают поиск элемента, если нам известен ключ - уникальный идентификатор объекта.</a:t>
            </a:r>
            <a:endParaRPr lang="en-US" dirty="0"/>
          </a:p>
          <a:p>
            <a:pPr marL="285750" indent="-285750">
              <a:buFont typeface="Arial" panose="020B0604020202020204" pitchFamily="34" charset="0"/>
              <a:buChar char="•"/>
            </a:pPr>
            <a:r>
              <a:rPr lang="ru-RU" dirty="0"/>
              <a:t>Следует отметить, что в отличие от других интерфейсов, которые представляют коллекции, интерфейс Map НЕ расширяет интерфейс Collection.</a:t>
            </a:r>
            <a:endParaRPr lang="en-US" dirty="0"/>
          </a:p>
          <a:p>
            <a:pPr marL="285750" indent="-285750">
              <a:buFont typeface="Arial" panose="020B0604020202020204" pitchFamily="34" charset="0"/>
              <a:buChar char="•"/>
            </a:pPr>
            <a:r>
              <a:rPr lang="ru-RU" dirty="0"/>
              <a:t>Чтобы положить объект в коллекцию, используется метод put, а чтобы получить по ключу - метод get. </a:t>
            </a:r>
            <a:endParaRPr lang="en-US" dirty="0"/>
          </a:p>
          <a:p>
            <a:pPr marL="285750" indent="-285750">
              <a:buFont typeface="Arial" panose="020B0604020202020204" pitchFamily="34" charset="0"/>
              <a:buChar char="•"/>
            </a:pPr>
            <a:r>
              <a:rPr lang="ru-RU" dirty="0"/>
              <a:t>Реализация интерфейса Map также позволяет получить наборы как ключей, так и значений. </a:t>
            </a:r>
          </a:p>
          <a:p>
            <a:pPr marL="285750" indent="-285750">
              <a:buFont typeface="Arial" panose="020B0604020202020204" pitchFamily="34" charset="0"/>
              <a:buChar char="•"/>
            </a:pPr>
            <a:r>
              <a:rPr lang="ru-RU" dirty="0"/>
              <a:t>Метод entrySet() возвращает набор всех элементов в виде объектов Map.Entry&lt;K, V&gt;. </a:t>
            </a:r>
            <a:endParaRPr lang="en-US" dirty="0"/>
          </a:p>
        </p:txBody>
      </p:sp>
      <p:pic>
        <p:nvPicPr>
          <p:cNvPr id="2" name="Picture 1">
            <a:extLst>
              <a:ext uri="{FF2B5EF4-FFF2-40B4-BE49-F238E27FC236}">
                <a16:creationId xmlns:a16="http://schemas.microsoft.com/office/drawing/2014/main" id="{4234F083-B360-4A11-A713-792821519E20}"/>
              </a:ext>
            </a:extLst>
          </p:cNvPr>
          <p:cNvPicPr>
            <a:picLocks noChangeAspect="1"/>
          </p:cNvPicPr>
          <p:nvPr/>
        </p:nvPicPr>
        <p:blipFill>
          <a:blip r:embed="rId3">
            <a:duotone>
              <a:schemeClr val="accent6">
                <a:shade val="45000"/>
                <a:satMod val="135000"/>
              </a:schemeClr>
              <a:prstClr val="white"/>
            </a:duotone>
          </a:blip>
          <a:stretch>
            <a:fillRect/>
          </a:stretch>
        </p:blipFill>
        <p:spPr>
          <a:xfrm>
            <a:off x="9435034" y="2513156"/>
            <a:ext cx="2147366" cy="2664112"/>
          </a:xfrm>
          <a:prstGeom prst="rect">
            <a:avLst/>
          </a:prstGeom>
        </p:spPr>
      </p:pic>
    </p:spTree>
    <p:extLst>
      <p:ext uri="{BB962C8B-B14F-4D97-AF65-F5344CB8AC3E}">
        <p14:creationId xmlns:p14="http://schemas.microsoft.com/office/powerpoint/2010/main" val="33002861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B5DCDD-1C89-4042-9BBE-3A73BF067836}"/>
              </a:ext>
            </a:extLst>
          </p:cNvPr>
          <p:cNvSpPr>
            <a:spLocks noGrp="1"/>
          </p:cNvSpPr>
          <p:nvPr>
            <p:ph type="title"/>
          </p:nvPr>
        </p:nvSpPr>
        <p:spPr/>
        <p:txBody>
          <a:bodyPr>
            <a:normAutofit/>
          </a:bodyPr>
          <a:lstStyle/>
          <a:p>
            <a:r>
              <a:rPr lang="ru-RU" dirty="0"/>
              <a:t>Класс </a:t>
            </a:r>
            <a:r>
              <a:rPr lang="en-US" dirty="0"/>
              <a:t>HashMap</a:t>
            </a:r>
            <a:endParaRPr lang="ru-RU" dirty="0"/>
          </a:p>
        </p:txBody>
      </p:sp>
      <p:sp>
        <p:nvSpPr>
          <p:cNvPr id="3" name="Text Placeholder 2"/>
          <p:cNvSpPr>
            <a:spLocks noGrp="1"/>
          </p:cNvSpPr>
          <p:nvPr>
            <p:ph type="body" sz="quarter" idx="4294967295"/>
          </p:nvPr>
        </p:nvSpPr>
        <p:spPr>
          <a:xfrm>
            <a:off x="322730" y="1682762"/>
            <a:ext cx="10706100" cy="3365500"/>
          </a:xfrm>
        </p:spPr>
        <p:txBody>
          <a:bodyPr>
            <a:normAutofit/>
          </a:bodyPr>
          <a:lstStyle/>
          <a:p>
            <a:r>
              <a:rPr lang="ru-RU" sz="2400" dirty="0"/>
              <a:t>Добавление элемента выполняется за время O(1), потому как новые элементы вставляются в начало цепочки;</a:t>
            </a:r>
          </a:p>
          <a:p>
            <a:r>
              <a:rPr lang="ru-RU" sz="2400" dirty="0"/>
              <a:t>Ключи и значения могут быть любых типов, в том числе и </a:t>
            </a:r>
            <a:r>
              <a:rPr lang="ru-RU" sz="2400" dirty="0" err="1"/>
              <a:t>null</a:t>
            </a:r>
            <a:r>
              <a:rPr lang="ru-RU" sz="2400" dirty="0"/>
              <a:t>. </a:t>
            </a:r>
          </a:p>
          <a:p>
            <a:r>
              <a:rPr lang="ru-RU" sz="2400" dirty="0"/>
              <a:t>Операции получения и удаления элемента могут выполняться за время O(1), если хэш-функция равномерно распределяет элементы и отсутствуют коллизии. </a:t>
            </a:r>
          </a:p>
          <a:p>
            <a:r>
              <a:rPr lang="ru-RU" sz="2400" dirty="0"/>
              <a:t>В самом худшем случае, время выполнения может составить О(n) (все элементы в одной цепочке);</a:t>
            </a:r>
          </a:p>
        </p:txBody>
      </p:sp>
      <p:pic>
        <p:nvPicPr>
          <p:cNvPr id="12290" name="Picture 2" descr="ÐÐ¾ÑÐ¾Ð¶ÐµÐµ Ð¸Ð·Ð¾Ð±ÑÐ°Ð¶ÐµÐ½Ð¸Ðµ"/>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6705" y="4574351"/>
            <a:ext cx="5278275" cy="1998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914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A8033-9D43-4E3C-A0A0-FAEB9B282A0E}"/>
              </a:ext>
            </a:extLst>
          </p:cNvPr>
          <p:cNvSpPr>
            <a:spLocks noGrp="1"/>
          </p:cNvSpPr>
          <p:nvPr>
            <p:ph type="title"/>
          </p:nvPr>
        </p:nvSpPr>
        <p:spPr/>
        <p:txBody>
          <a:bodyPr/>
          <a:lstStyle/>
          <a:p>
            <a:r>
              <a:rPr lang="ru-RU" dirty="0"/>
              <a:t>Сортировка коллекций</a:t>
            </a:r>
          </a:p>
        </p:txBody>
      </p:sp>
      <p:sp>
        <p:nvSpPr>
          <p:cNvPr id="3" name="TextBox 2">
            <a:extLst>
              <a:ext uri="{FF2B5EF4-FFF2-40B4-BE49-F238E27FC236}">
                <a16:creationId xmlns:a16="http://schemas.microsoft.com/office/drawing/2014/main" id="{2EACEF2B-0C99-4AF6-AC72-805EB1AFCBA3}"/>
              </a:ext>
            </a:extLst>
          </p:cNvPr>
          <p:cNvSpPr txBox="1"/>
          <p:nvPr/>
        </p:nvSpPr>
        <p:spPr>
          <a:xfrm>
            <a:off x="849854" y="2119256"/>
            <a:ext cx="9542033" cy="1200329"/>
          </a:xfrm>
          <a:prstGeom prst="rect">
            <a:avLst/>
          </a:prstGeom>
          <a:noFill/>
        </p:spPr>
        <p:txBody>
          <a:bodyPr wrap="square" rtlCol="0">
            <a:spAutoFit/>
          </a:bodyPr>
          <a:lstStyle/>
          <a:p>
            <a:pPr marL="285750" indent="-285750">
              <a:buFont typeface="Arial" panose="020B0604020202020204" pitchFamily="34" charset="0"/>
              <a:buChar char="•"/>
            </a:pPr>
            <a:r>
              <a:rPr lang="ru-RU" sz="2400" dirty="0"/>
              <a:t>Метод </a:t>
            </a:r>
            <a:r>
              <a:rPr lang="ru-RU" sz="2400" b="1" dirty="0" err="1"/>
              <a:t>sort</a:t>
            </a:r>
            <a:r>
              <a:rPr lang="ru-RU" sz="2400" b="1" dirty="0"/>
              <a:t>() </a:t>
            </a:r>
            <a:r>
              <a:rPr lang="ru-RU" sz="2400" dirty="0"/>
              <a:t>классов </a:t>
            </a:r>
            <a:r>
              <a:rPr lang="ru-RU" sz="2400" b="1" dirty="0" err="1"/>
              <a:t>Collections</a:t>
            </a:r>
            <a:r>
              <a:rPr lang="ru-RU" sz="2400" dirty="0"/>
              <a:t> или </a:t>
            </a:r>
            <a:r>
              <a:rPr lang="ru-RU" sz="2400" b="1" dirty="0" err="1"/>
              <a:t>Arrays</a:t>
            </a:r>
            <a:endParaRPr lang="ru-RU" sz="2400" b="1" dirty="0"/>
          </a:p>
          <a:p>
            <a:pPr marL="285750" indent="-285750">
              <a:buFont typeface="Arial" panose="020B0604020202020204" pitchFamily="34" charset="0"/>
              <a:buChar char="•"/>
            </a:pPr>
            <a:r>
              <a:rPr lang="ru-RU" sz="2400" dirty="0"/>
              <a:t>Использование </a:t>
            </a:r>
            <a:r>
              <a:rPr lang="ru-RU" sz="2400" dirty="0" err="1"/>
              <a:t>самосортирующихся</a:t>
            </a:r>
            <a:r>
              <a:rPr lang="ru-RU" sz="2400" dirty="0"/>
              <a:t> структур данных, таких как </a:t>
            </a:r>
            <a:r>
              <a:rPr lang="ru-RU" sz="2400" b="1" dirty="0" err="1"/>
              <a:t>TreeMap</a:t>
            </a:r>
            <a:r>
              <a:rPr lang="ru-RU" sz="2400" dirty="0"/>
              <a:t> и </a:t>
            </a:r>
            <a:r>
              <a:rPr lang="ru-RU" sz="2400" b="1" dirty="0" err="1"/>
              <a:t>TreeSet</a:t>
            </a:r>
            <a:endParaRPr lang="ru-RU" sz="2400" b="1" dirty="0"/>
          </a:p>
        </p:txBody>
      </p:sp>
      <p:pic>
        <p:nvPicPr>
          <p:cNvPr id="5" name="Picture 4">
            <a:extLst>
              <a:ext uri="{FF2B5EF4-FFF2-40B4-BE49-F238E27FC236}">
                <a16:creationId xmlns:a16="http://schemas.microsoft.com/office/drawing/2014/main" id="{7CF51920-3D9A-4EA2-9C61-8F437462943B}"/>
              </a:ext>
            </a:extLst>
          </p:cNvPr>
          <p:cNvPicPr>
            <a:picLocks noChangeAspect="1"/>
          </p:cNvPicPr>
          <p:nvPr/>
        </p:nvPicPr>
        <p:blipFill>
          <a:blip r:embed="rId3"/>
          <a:stretch>
            <a:fillRect/>
          </a:stretch>
        </p:blipFill>
        <p:spPr>
          <a:xfrm>
            <a:off x="609600" y="3481578"/>
            <a:ext cx="4156038" cy="1599822"/>
          </a:xfrm>
          <a:prstGeom prst="rect">
            <a:avLst/>
          </a:prstGeom>
          <a:ln>
            <a:noFill/>
          </a:ln>
          <a:effectLst>
            <a:outerShdw blurRad="292100" dist="139700" dir="2700000" algn="tl" rotWithShape="0">
              <a:srgbClr val="333333">
                <a:alpha val="65000"/>
              </a:srgbClr>
            </a:outerShdw>
          </a:effectLst>
        </p:spPr>
      </p:pic>
      <p:pic>
        <p:nvPicPr>
          <p:cNvPr id="4" name="Picture 3">
            <a:extLst>
              <a:ext uri="{FF2B5EF4-FFF2-40B4-BE49-F238E27FC236}">
                <a16:creationId xmlns:a16="http://schemas.microsoft.com/office/drawing/2014/main" id="{FABA9ACF-917C-4703-86AB-9AA0DC242DCE}"/>
              </a:ext>
            </a:extLst>
          </p:cNvPr>
          <p:cNvPicPr>
            <a:picLocks noChangeAspect="1"/>
          </p:cNvPicPr>
          <p:nvPr/>
        </p:nvPicPr>
        <p:blipFill>
          <a:blip r:embed="rId4"/>
          <a:stretch>
            <a:fillRect/>
          </a:stretch>
        </p:blipFill>
        <p:spPr>
          <a:xfrm>
            <a:off x="3069870" y="4718707"/>
            <a:ext cx="4356494" cy="1599822"/>
          </a:xfrm>
          <a:prstGeom prst="rect">
            <a:avLst/>
          </a:prstGeom>
          <a:ln>
            <a:noFill/>
          </a:ln>
          <a:effectLst>
            <a:outerShdw blurRad="292100" dist="139700" dir="2700000" algn="tl" rotWithShape="0">
              <a:srgbClr val="333333">
                <a:alpha val="65000"/>
              </a:srgbClr>
            </a:outerShdw>
          </a:effectLst>
        </p:spPr>
      </p:pic>
      <p:pic>
        <p:nvPicPr>
          <p:cNvPr id="7" name="Picture 6">
            <a:extLst>
              <a:ext uri="{FF2B5EF4-FFF2-40B4-BE49-F238E27FC236}">
                <a16:creationId xmlns:a16="http://schemas.microsoft.com/office/drawing/2014/main" id="{8B90463A-797C-485B-9B92-329CAA9DD0C7}"/>
              </a:ext>
            </a:extLst>
          </p:cNvPr>
          <p:cNvPicPr>
            <a:picLocks noChangeAspect="1"/>
          </p:cNvPicPr>
          <p:nvPr/>
        </p:nvPicPr>
        <p:blipFill rotWithShape="1">
          <a:blip r:embed="rId5">
            <a:duotone>
              <a:schemeClr val="accent2">
                <a:shade val="45000"/>
                <a:satMod val="135000"/>
              </a:schemeClr>
              <a:prstClr val="white"/>
            </a:duotone>
          </a:blip>
          <a:srcRect l="4223" r="5541"/>
          <a:stretch/>
        </p:blipFill>
        <p:spPr>
          <a:xfrm>
            <a:off x="7818149" y="3134803"/>
            <a:ext cx="4136969" cy="3056458"/>
          </a:xfrm>
          <a:prstGeom prst="rect">
            <a:avLst/>
          </a:prstGeom>
          <a:ln>
            <a:noFill/>
          </a:ln>
          <a:effectLst>
            <a:softEdge rad="112500"/>
          </a:effectLst>
        </p:spPr>
      </p:pic>
    </p:spTree>
    <p:extLst>
      <p:ext uri="{BB962C8B-B14F-4D97-AF65-F5344CB8AC3E}">
        <p14:creationId xmlns:p14="http://schemas.microsoft.com/office/powerpoint/2010/main" val="40829383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7AADB-7EEC-46BB-9E61-C8DA6698AE5D}"/>
              </a:ext>
            </a:extLst>
          </p:cNvPr>
          <p:cNvSpPr>
            <a:spLocks noGrp="1"/>
          </p:cNvSpPr>
          <p:nvPr>
            <p:ph type="title"/>
          </p:nvPr>
        </p:nvSpPr>
        <p:spPr/>
        <p:txBody>
          <a:bodyPr>
            <a:normAutofit/>
          </a:bodyPr>
          <a:lstStyle/>
          <a:p>
            <a:r>
              <a:rPr lang="ru-RU" dirty="0"/>
              <a:t>Интерфейсы </a:t>
            </a:r>
            <a:r>
              <a:rPr lang="en-US" dirty="0"/>
              <a:t>Comparable</a:t>
            </a:r>
            <a:endParaRPr lang="ru-RU" dirty="0"/>
          </a:p>
        </p:txBody>
      </p:sp>
      <p:sp>
        <p:nvSpPr>
          <p:cNvPr id="3" name="Text Placeholder 2"/>
          <p:cNvSpPr>
            <a:spLocks noGrp="1"/>
          </p:cNvSpPr>
          <p:nvPr>
            <p:ph type="body" sz="quarter" idx="4294967295"/>
          </p:nvPr>
        </p:nvSpPr>
        <p:spPr>
          <a:xfrm>
            <a:off x="647700" y="2057250"/>
            <a:ext cx="7748588" cy="3622788"/>
          </a:xfrm>
        </p:spPr>
        <p:txBody>
          <a:bodyPr>
            <a:noAutofit/>
          </a:bodyPr>
          <a:lstStyle/>
          <a:p>
            <a:r>
              <a:rPr lang="ru-RU" sz="2000" dirty="0"/>
              <a:t>Если объекты классов нужно упорядочивать, то применяйте к ним интерфейс Comparable. </a:t>
            </a:r>
            <a:endParaRPr lang="en-US" sz="2000" dirty="0"/>
          </a:p>
          <a:p>
            <a:r>
              <a:rPr lang="ru-RU" sz="2000" dirty="0"/>
              <a:t>При этом появляется возможность сравнивать объекты некоторым способом, который мы сами можем задать. </a:t>
            </a:r>
          </a:p>
          <a:p>
            <a:r>
              <a:rPr lang="ru-RU" sz="2000" dirty="0"/>
              <a:t>У интерфейса есть один метод: </a:t>
            </a:r>
            <a:r>
              <a:rPr lang="ru-RU" sz="2000" b="1" i="1" dirty="0"/>
              <a:t>int compareTo(Object </a:t>
            </a:r>
            <a:r>
              <a:rPr lang="ru-RU" sz="2000" b="1" i="1" dirty="0" err="1"/>
              <a:t>obj</a:t>
            </a:r>
            <a:r>
              <a:rPr lang="ru-RU" sz="2000" b="1" i="1" dirty="0"/>
              <a:t>)</a:t>
            </a:r>
          </a:p>
          <a:p>
            <a:r>
              <a:rPr lang="ru-RU" sz="2000" dirty="0"/>
              <a:t>Метод сравнивает вызывающий объект с obj. Он возвращает:</a:t>
            </a:r>
          </a:p>
          <a:p>
            <a:pPr lvl="1"/>
            <a:r>
              <a:rPr lang="ru-RU" sz="1600" dirty="0"/>
              <a:t>0, если значения равны, </a:t>
            </a:r>
          </a:p>
          <a:p>
            <a:pPr lvl="1"/>
            <a:r>
              <a:rPr lang="ru-RU" sz="1600" dirty="0"/>
              <a:t>отрицательное значение, если вызывающий объект меньше параметра. </a:t>
            </a:r>
          </a:p>
          <a:p>
            <a:pPr lvl="1"/>
            <a:r>
              <a:rPr lang="ru-RU" sz="1600" dirty="0"/>
              <a:t>В любом другом случае возвращается положительное значение.</a:t>
            </a:r>
          </a:p>
          <a:p>
            <a:r>
              <a:rPr lang="ru-RU" sz="2000" dirty="0"/>
              <a:t>Во многих классах интерфейс </a:t>
            </a:r>
            <a:r>
              <a:rPr lang="ru-RU" sz="2000" b="1" dirty="0"/>
              <a:t>Comparable</a:t>
            </a:r>
            <a:r>
              <a:rPr lang="ru-RU" sz="2000" dirty="0"/>
              <a:t> уже реализован, например, в классах </a:t>
            </a:r>
            <a:r>
              <a:rPr lang="ru-RU" sz="2000" b="1" dirty="0"/>
              <a:t>Byte</a:t>
            </a:r>
            <a:r>
              <a:rPr lang="ru-RU" sz="2000" dirty="0"/>
              <a:t>, </a:t>
            </a:r>
            <a:r>
              <a:rPr lang="ru-RU" sz="2000" b="1" dirty="0"/>
              <a:t>Character</a:t>
            </a:r>
            <a:r>
              <a:rPr lang="ru-RU" sz="2000" dirty="0"/>
              <a:t>, </a:t>
            </a:r>
            <a:r>
              <a:rPr lang="ru-RU" sz="2000" b="1" dirty="0"/>
              <a:t>String</a:t>
            </a:r>
            <a:r>
              <a:rPr lang="ru-RU" sz="2000" dirty="0"/>
              <a:t>, </a:t>
            </a:r>
            <a:r>
              <a:rPr lang="ru-RU" sz="2000" b="1" dirty="0"/>
              <a:t>Short</a:t>
            </a:r>
            <a:r>
              <a:rPr lang="ru-RU" sz="2000" dirty="0"/>
              <a:t> и т.д.</a:t>
            </a:r>
          </a:p>
        </p:txBody>
      </p:sp>
      <p:pic>
        <p:nvPicPr>
          <p:cNvPr id="8196" name="Picture 4" descr="ÐÐ°ÑÑÐ¸Ð½ÐºÐ¸ Ð¿Ð¾ Ð·Ð°Ð¿ÑÐ¾ÑÑ Ð´Ð¶Ð°Ð²Ð° ÐºÐ¾Ð¼Ð¿Ð°ÑÐ°ÑÐ¾Ñ"/>
          <p:cNvPicPr>
            <a:picLocks noChangeAspect="1" noChangeArrowheads="1"/>
          </p:cNvPicPr>
          <p:nvPr/>
        </p:nvPicPr>
        <p:blipFill rotWithShape="1">
          <a:blip r:embed="rId3">
            <a:duotone>
              <a:schemeClr val="accent1">
                <a:shade val="45000"/>
                <a:satMod val="135000"/>
              </a:schemeClr>
              <a:prstClr val="white"/>
            </a:duotone>
            <a:extLst>
              <a:ext uri="{BEBA8EAE-BF5A-486C-A8C5-ECC9F3942E4B}">
                <a14:imgProps xmlns:a14="http://schemas.microsoft.com/office/drawing/2010/main">
                  <a14:imgLayer r:embed="rId4">
                    <a14:imgEffect>
                      <a14:colorTemperature colorTemp="5900"/>
                    </a14:imgEffect>
                    <a14:imgEffect>
                      <a14:saturation sat="66000"/>
                    </a14:imgEffect>
                  </a14:imgLayer>
                </a14:imgProps>
              </a:ext>
              <a:ext uri="{28A0092B-C50C-407E-A947-70E740481C1C}">
                <a14:useLocalDpi xmlns:a14="http://schemas.microsoft.com/office/drawing/2010/main" val="0"/>
              </a:ext>
            </a:extLst>
          </a:blip>
          <a:srcRect l="20081" r="21386"/>
          <a:stretch/>
        </p:blipFill>
        <p:spPr bwMode="auto">
          <a:xfrm>
            <a:off x="8434387" y="1918494"/>
            <a:ext cx="3757613" cy="3021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36461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7AADB-7EEC-46BB-9E61-C8DA6698AE5D}"/>
              </a:ext>
            </a:extLst>
          </p:cNvPr>
          <p:cNvSpPr>
            <a:spLocks noGrp="1"/>
          </p:cNvSpPr>
          <p:nvPr>
            <p:ph type="title"/>
          </p:nvPr>
        </p:nvSpPr>
        <p:spPr/>
        <p:txBody>
          <a:bodyPr>
            <a:normAutofit/>
          </a:bodyPr>
          <a:lstStyle/>
          <a:p>
            <a:r>
              <a:rPr lang="ru-RU" dirty="0"/>
              <a:t>Интерфейсы </a:t>
            </a:r>
            <a:r>
              <a:rPr lang="en-US" dirty="0"/>
              <a:t>Comparable</a:t>
            </a:r>
            <a:endParaRPr lang="ru-RU" dirty="0"/>
          </a:p>
        </p:txBody>
      </p:sp>
      <p:sp>
        <p:nvSpPr>
          <p:cNvPr id="3" name="Text Placeholder 2"/>
          <p:cNvSpPr>
            <a:spLocks noGrp="1"/>
          </p:cNvSpPr>
          <p:nvPr>
            <p:ph type="body" sz="quarter" idx="4294967295"/>
          </p:nvPr>
        </p:nvSpPr>
        <p:spPr>
          <a:xfrm>
            <a:off x="1265816" y="3931616"/>
            <a:ext cx="9012667" cy="1858535"/>
          </a:xfrm>
        </p:spPr>
        <p:txBody>
          <a:bodyPr>
            <a:noAutofit/>
          </a:bodyPr>
          <a:lstStyle/>
          <a:p>
            <a:r>
              <a:rPr lang="ru-RU" sz="2000" dirty="0"/>
              <a:t>Если вес первой рыбины больше, метод вернет </a:t>
            </a:r>
            <a:r>
              <a:rPr lang="ru-RU" sz="2000" dirty="0" err="1"/>
              <a:t>int</a:t>
            </a:r>
            <a:r>
              <a:rPr lang="ru-RU" sz="2000" dirty="0"/>
              <a:t> &gt; 0. Это будет означать, что рыба </a:t>
            </a:r>
            <a:r>
              <a:rPr lang="ru-RU" sz="2000" dirty="0" err="1"/>
              <a:t>this</a:t>
            </a:r>
            <a:r>
              <a:rPr lang="ru-RU" sz="2000" dirty="0"/>
              <a:t> &gt; рыбы о.</a:t>
            </a:r>
          </a:p>
          <a:p>
            <a:r>
              <a:rPr lang="ru-RU" sz="2000" dirty="0"/>
              <a:t>Если наоборот — вес второй рыбины (о) больше, значит метод вернет отрицательное число, а следовательно, о &gt; </a:t>
            </a:r>
            <a:r>
              <a:rPr lang="ru-RU" sz="2000" dirty="0" err="1"/>
              <a:t>this</a:t>
            </a:r>
            <a:r>
              <a:rPr lang="ru-RU" sz="2000" dirty="0"/>
              <a:t>.</a:t>
            </a:r>
          </a:p>
          <a:p>
            <a:r>
              <a:rPr lang="ru-RU" sz="2000" dirty="0"/>
              <a:t>Ну а если они равны, метод вернет 0.</a:t>
            </a:r>
          </a:p>
        </p:txBody>
      </p:sp>
      <p:pic>
        <p:nvPicPr>
          <p:cNvPr id="2" name="Picture 1">
            <a:extLst>
              <a:ext uri="{FF2B5EF4-FFF2-40B4-BE49-F238E27FC236}">
                <a16:creationId xmlns:a16="http://schemas.microsoft.com/office/drawing/2014/main" id="{0CFD55A7-15DF-41BA-A6B6-1178829A6931}"/>
              </a:ext>
            </a:extLst>
          </p:cNvPr>
          <p:cNvPicPr>
            <a:picLocks noChangeAspect="1"/>
          </p:cNvPicPr>
          <p:nvPr/>
        </p:nvPicPr>
        <p:blipFill>
          <a:blip r:embed="rId3"/>
          <a:stretch>
            <a:fillRect/>
          </a:stretch>
        </p:blipFill>
        <p:spPr>
          <a:xfrm>
            <a:off x="1265816" y="2038263"/>
            <a:ext cx="7150657" cy="1619261"/>
          </a:xfrm>
          <a:prstGeom prst="rect">
            <a:avLst/>
          </a:prstGeom>
        </p:spPr>
      </p:pic>
    </p:spTree>
    <p:extLst>
      <p:ext uri="{BB962C8B-B14F-4D97-AF65-F5344CB8AC3E}">
        <p14:creationId xmlns:p14="http://schemas.microsoft.com/office/powerpoint/2010/main" val="973581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7AADB-7EEC-46BB-9E61-C8DA6698AE5D}"/>
              </a:ext>
            </a:extLst>
          </p:cNvPr>
          <p:cNvSpPr>
            <a:spLocks noGrp="1"/>
          </p:cNvSpPr>
          <p:nvPr>
            <p:ph type="title"/>
          </p:nvPr>
        </p:nvSpPr>
        <p:spPr/>
        <p:txBody>
          <a:bodyPr>
            <a:normAutofit/>
          </a:bodyPr>
          <a:lstStyle/>
          <a:p>
            <a:r>
              <a:rPr lang="en-US" dirty="0"/>
              <a:t>Comparator</a:t>
            </a:r>
            <a:endParaRPr lang="ru-RU" dirty="0"/>
          </a:p>
        </p:txBody>
      </p:sp>
      <p:sp>
        <p:nvSpPr>
          <p:cNvPr id="3" name="Text Placeholder 2"/>
          <p:cNvSpPr>
            <a:spLocks noGrp="1"/>
          </p:cNvSpPr>
          <p:nvPr>
            <p:ph type="body" sz="quarter" idx="4294967295"/>
          </p:nvPr>
        </p:nvSpPr>
        <p:spPr>
          <a:xfrm>
            <a:off x="647700" y="2057249"/>
            <a:ext cx="7748588" cy="4022003"/>
          </a:xfrm>
        </p:spPr>
        <p:txBody>
          <a:bodyPr>
            <a:normAutofit fontScale="62500" lnSpcReduction="20000"/>
          </a:bodyPr>
          <a:lstStyle/>
          <a:p>
            <a:pPr marL="285750" indent="-285750">
              <a:buFont typeface="Arial" panose="020B0604020202020204" pitchFamily="34" charset="0"/>
              <a:buChar char="•"/>
            </a:pPr>
            <a:r>
              <a:rPr lang="ru-RU" sz="3400" dirty="0"/>
              <a:t>Если объект не реализует интерфейс </a:t>
            </a:r>
            <a:r>
              <a:rPr lang="ru-RU" sz="3400" b="1" dirty="0"/>
              <a:t>Comparable </a:t>
            </a:r>
            <a:r>
              <a:rPr lang="ru-RU" sz="3400" dirty="0"/>
              <a:t>или нас не устраивает реализация метода </a:t>
            </a:r>
            <a:r>
              <a:rPr lang="ru-RU" sz="3400" b="1" i="1" dirty="0"/>
              <a:t>compareTo</a:t>
            </a:r>
            <a:r>
              <a:rPr lang="ru-RU" sz="3400" dirty="0"/>
              <a:t>, то  для введения порядка среди определённых объектов можно написать компаратор — класс, содержащий функцию </a:t>
            </a:r>
            <a:r>
              <a:rPr lang="ru-RU" sz="3400" b="1" dirty="0"/>
              <a:t>compare</a:t>
            </a:r>
            <a:r>
              <a:rPr lang="ru-RU" sz="3400" dirty="0"/>
              <a:t>, которая сравнивает два объекта.</a:t>
            </a:r>
          </a:p>
          <a:p>
            <a:pPr marL="285750" indent="-285750">
              <a:buFont typeface="Arial" panose="020B0604020202020204" pitchFamily="34" charset="0"/>
              <a:buChar char="•"/>
            </a:pPr>
            <a:r>
              <a:rPr lang="ru-RU" sz="3400" dirty="0"/>
              <a:t>Сравнивающая функция должна вернуть:</a:t>
            </a:r>
          </a:p>
          <a:p>
            <a:pPr marL="803275" lvl="1" indent="-260350">
              <a:buFont typeface="Calibri" panose="020F0502020204030204" pitchFamily="34" charset="0"/>
              <a:buChar char="–"/>
            </a:pPr>
            <a:r>
              <a:rPr lang="ru-RU" sz="2866" b="1" dirty="0"/>
              <a:t>0</a:t>
            </a:r>
            <a:r>
              <a:rPr lang="ru-RU" sz="2866" dirty="0"/>
              <a:t>, если объекты равны </a:t>
            </a:r>
          </a:p>
          <a:p>
            <a:pPr marL="819136" lvl="1" indent="-285750"/>
            <a:r>
              <a:rPr lang="ru-RU" sz="2866" dirty="0"/>
              <a:t>отрицательное число (обычно -1), если первый объект меньше второго</a:t>
            </a:r>
          </a:p>
          <a:p>
            <a:pPr marL="819136" lvl="1" indent="-285750"/>
            <a:r>
              <a:rPr lang="ru-RU" sz="2866" dirty="0"/>
              <a:t> положительное число (обычно 1), если первый больше.</a:t>
            </a:r>
            <a:r>
              <a:rPr lang="ru-RU" dirty="0"/>
              <a:t> </a:t>
            </a:r>
          </a:p>
          <a:p>
            <a:pPr marL="285750" indent="-285750"/>
            <a:r>
              <a:rPr lang="ru-RU" dirty="0"/>
              <a:t>Если нужно отсортировать элементы в обратном порядке, вместо создания нового компаратора можно использовать метод </a:t>
            </a:r>
            <a:r>
              <a:rPr lang="ru-RU" b="1" dirty="0" err="1"/>
              <a:t>reversed</a:t>
            </a:r>
            <a:r>
              <a:rPr lang="ru-RU" b="1" dirty="0"/>
              <a:t>()</a:t>
            </a:r>
          </a:p>
        </p:txBody>
      </p:sp>
      <p:pic>
        <p:nvPicPr>
          <p:cNvPr id="5" name="Picture 4">
            <a:extLst>
              <a:ext uri="{FF2B5EF4-FFF2-40B4-BE49-F238E27FC236}">
                <a16:creationId xmlns:a16="http://schemas.microsoft.com/office/drawing/2014/main" id="{18B6109F-FD09-40BB-B42C-B10C7E213CDC}"/>
              </a:ext>
            </a:extLst>
          </p:cNvPr>
          <p:cNvPicPr>
            <a:picLocks noChangeAspect="1"/>
          </p:cNvPicPr>
          <p:nvPr/>
        </p:nvPicPr>
        <p:blipFill>
          <a:blip r:embed="rId3"/>
          <a:stretch>
            <a:fillRect/>
          </a:stretch>
        </p:blipFill>
        <p:spPr>
          <a:xfrm>
            <a:off x="8007158" y="2852737"/>
            <a:ext cx="4067175" cy="1152525"/>
          </a:xfrm>
          <a:prstGeom prst="rect">
            <a:avLst/>
          </a:prstGeom>
        </p:spPr>
      </p:pic>
    </p:spTree>
    <p:extLst>
      <p:ext uri="{BB962C8B-B14F-4D97-AF65-F5344CB8AC3E}">
        <p14:creationId xmlns:p14="http://schemas.microsoft.com/office/powerpoint/2010/main" val="1355093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B7AADB-7EEC-46BB-9E61-C8DA6698AE5D}"/>
              </a:ext>
            </a:extLst>
          </p:cNvPr>
          <p:cNvSpPr>
            <a:spLocks noGrp="1"/>
          </p:cNvSpPr>
          <p:nvPr>
            <p:ph type="title"/>
          </p:nvPr>
        </p:nvSpPr>
        <p:spPr/>
        <p:txBody>
          <a:bodyPr>
            <a:normAutofit/>
          </a:bodyPr>
          <a:lstStyle/>
          <a:p>
            <a:r>
              <a:rPr lang="en-US" dirty="0"/>
              <a:t>Comparator</a:t>
            </a:r>
            <a:endParaRPr lang="ru-RU" dirty="0"/>
          </a:p>
        </p:txBody>
      </p:sp>
      <p:pic>
        <p:nvPicPr>
          <p:cNvPr id="5" name="Picture 4">
            <a:extLst>
              <a:ext uri="{FF2B5EF4-FFF2-40B4-BE49-F238E27FC236}">
                <a16:creationId xmlns:a16="http://schemas.microsoft.com/office/drawing/2014/main" id="{31BED31D-E26E-4817-ADCB-0D63C98E2FEE}"/>
              </a:ext>
            </a:extLst>
          </p:cNvPr>
          <p:cNvPicPr>
            <a:picLocks noChangeAspect="1"/>
          </p:cNvPicPr>
          <p:nvPr/>
        </p:nvPicPr>
        <p:blipFill>
          <a:blip r:embed="rId3"/>
          <a:stretch>
            <a:fillRect/>
          </a:stretch>
        </p:blipFill>
        <p:spPr>
          <a:xfrm>
            <a:off x="883136" y="1920345"/>
            <a:ext cx="9260810" cy="1686005"/>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3E67ED49-7648-491D-9932-C89FA6BED51C}"/>
              </a:ext>
            </a:extLst>
          </p:cNvPr>
          <p:cNvPicPr>
            <a:picLocks noChangeAspect="1"/>
          </p:cNvPicPr>
          <p:nvPr/>
        </p:nvPicPr>
        <p:blipFill rotWithShape="1">
          <a:blip r:embed="rId4"/>
          <a:srcRect l="5873"/>
          <a:stretch/>
        </p:blipFill>
        <p:spPr>
          <a:xfrm>
            <a:off x="883136" y="4390240"/>
            <a:ext cx="9366369" cy="98858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61544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CB522C-3096-40AA-AA42-C480AC1F9F1E}"/>
              </a:ext>
            </a:extLst>
          </p:cNvPr>
          <p:cNvSpPr>
            <a:spLocks noGrp="1"/>
          </p:cNvSpPr>
          <p:nvPr>
            <p:ph type="title"/>
          </p:nvPr>
        </p:nvSpPr>
        <p:spPr/>
        <p:txBody>
          <a:bodyPr>
            <a:normAutofit/>
          </a:bodyPr>
          <a:lstStyle/>
          <a:p>
            <a:r>
              <a:rPr lang="en-US" dirty="0" err="1"/>
              <a:t>SortedSet</a:t>
            </a:r>
            <a:r>
              <a:rPr lang="ru-RU" dirty="0"/>
              <a:t>, </a:t>
            </a:r>
            <a:r>
              <a:rPr lang="ru-RU" dirty="0" err="1"/>
              <a:t>NavigableSet</a:t>
            </a:r>
            <a:r>
              <a:rPr lang="ru-RU" dirty="0"/>
              <a:t>, </a:t>
            </a:r>
            <a:r>
              <a:rPr lang="en-US" dirty="0" err="1"/>
              <a:t>TreeSet</a:t>
            </a:r>
            <a:endParaRPr lang="ru-RU" dirty="0"/>
          </a:p>
        </p:txBody>
      </p:sp>
      <p:sp>
        <p:nvSpPr>
          <p:cNvPr id="3" name="Text Placeholder 2"/>
          <p:cNvSpPr>
            <a:spLocks noGrp="1"/>
          </p:cNvSpPr>
          <p:nvPr>
            <p:ph type="body" sz="quarter" idx="4294967295"/>
          </p:nvPr>
        </p:nvSpPr>
        <p:spPr>
          <a:xfrm>
            <a:off x="495300" y="1809739"/>
            <a:ext cx="8277225" cy="4508500"/>
          </a:xfrm>
        </p:spPr>
        <p:txBody>
          <a:bodyPr>
            <a:normAutofit/>
          </a:bodyPr>
          <a:lstStyle/>
          <a:p>
            <a:r>
              <a:rPr lang="ru-RU" sz="1600" dirty="0"/>
              <a:t>Интерфейс </a:t>
            </a:r>
            <a:r>
              <a:rPr lang="ru-RU" sz="1600" b="1" dirty="0" err="1"/>
              <a:t>SortedSet</a:t>
            </a:r>
            <a:r>
              <a:rPr lang="ru-RU" sz="1600" dirty="0"/>
              <a:t> предназначен для создания коллекций, который хранят элементы в отсортированном виде (сортировка по возрастанию).</a:t>
            </a:r>
          </a:p>
          <a:p>
            <a:r>
              <a:rPr lang="ru-RU" sz="1600" dirty="0" err="1"/>
              <a:t>SortedSet</a:t>
            </a:r>
            <a:r>
              <a:rPr lang="ru-RU" sz="1600" dirty="0"/>
              <a:t> расширяет интерфейс Set, поэтому такая коллекция опять же хранит только уникальные значения.</a:t>
            </a:r>
            <a:endParaRPr lang="en-US" sz="1600" dirty="0"/>
          </a:p>
          <a:p>
            <a:r>
              <a:rPr lang="ru-RU" sz="1600" dirty="0"/>
              <a:t>Интерфейс </a:t>
            </a:r>
            <a:r>
              <a:rPr lang="ru-RU" sz="1600" b="1" dirty="0"/>
              <a:t>NavigableSet</a:t>
            </a:r>
            <a:r>
              <a:rPr lang="ru-RU" sz="1600" dirty="0"/>
              <a:t>.</a:t>
            </a:r>
            <a:br>
              <a:rPr lang="ru-RU" sz="1600" dirty="0"/>
            </a:br>
            <a:r>
              <a:rPr lang="ru-RU" sz="1600" dirty="0"/>
              <a:t>Интерфейс унаследован от SortedSet и расширяет методы навигации находя ближайшее совпадение по заданному значению. И сродни родительскому интерфейсу в NavigableSet не может быть дубликатов.</a:t>
            </a:r>
            <a:endParaRPr lang="ru-RU" sz="1600" b="1" dirty="0"/>
          </a:p>
          <a:p>
            <a:r>
              <a:rPr lang="ru-RU" sz="1600" dirty="0"/>
              <a:t>Обобщенный класс </a:t>
            </a:r>
            <a:r>
              <a:rPr lang="ru-RU" sz="1600" b="1" dirty="0"/>
              <a:t>TreeSet</a:t>
            </a:r>
            <a:r>
              <a:rPr lang="ru-RU" sz="1600" dirty="0"/>
              <a:t>&lt;E&gt; представляет структуру данных в виде дерева, в котором все объекты хранятся в отсортированном виде по возрастанию. TreeSet является наследником класса AbstractSet и реализует интерфейс NavigableSet, а следовательно, и интерфейс SortedSet.</a:t>
            </a:r>
            <a:endParaRPr lang="en-US" sz="1600" dirty="0"/>
          </a:p>
          <a:p>
            <a:r>
              <a:rPr lang="ru-RU" sz="1600" dirty="0"/>
              <a:t>TreeSet обеспечивает упорядоченно хранение элементов в виде красно-черного дерева, которое умеет себя балансировать.</a:t>
            </a:r>
            <a:r>
              <a:rPr lang="en-US" sz="1600" dirty="0"/>
              <a:t> </a:t>
            </a:r>
            <a:r>
              <a:rPr lang="ru-RU" sz="1600" dirty="0"/>
              <a:t>Это позволяет делать поиск элементов очень быстрым, однако может оказаться не лучшим выбором для приложений, где требуются частые вставки и удаления, поскольку постоянные накладные расходы могут стать значительными.</a:t>
            </a:r>
          </a:p>
        </p:txBody>
      </p:sp>
      <p:pic>
        <p:nvPicPr>
          <p:cNvPr id="7" name="Picture 6">
            <a:extLst>
              <a:ext uri="{FF2B5EF4-FFF2-40B4-BE49-F238E27FC236}">
                <a16:creationId xmlns:a16="http://schemas.microsoft.com/office/drawing/2014/main" id="{6C7BAC4F-5791-4113-848A-54DEA6F1864C}"/>
              </a:ext>
            </a:extLst>
          </p:cNvPr>
          <p:cNvPicPr>
            <a:picLocks noChangeAspect="1"/>
          </p:cNvPicPr>
          <p:nvPr/>
        </p:nvPicPr>
        <p:blipFill rotWithShape="1">
          <a:blip r:embed="rId3"/>
          <a:srcRect l="7260" t="11247" r="6960" b="10403"/>
          <a:stretch/>
        </p:blipFill>
        <p:spPr>
          <a:xfrm>
            <a:off x="8772525" y="3045391"/>
            <a:ext cx="3118338" cy="2037195"/>
          </a:xfrm>
          <a:prstGeom prst="rect">
            <a:avLst/>
          </a:prstGeom>
        </p:spPr>
      </p:pic>
    </p:spTree>
    <p:extLst>
      <p:ext uri="{BB962C8B-B14F-4D97-AF65-F5344CB8AC3E}">
        <p14:creationId xmlns:p14="http://schemas.microsoft.com/office/powerpoint/2010/main" val="3129190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BA4B14-68B5-4F11-89EF-A6C7A7BF6421}"/>
              </a:ext>
            </a:extLst>
          </p:cNvPr>
          <p:cNvSpPr>
            <a:spLocks noGrp="1"/>
          </p:cNvSpPr>
          <p:nvPr>
            <p:ph type="title"/>
          </p:nvPr>
        </p:nvSpPr>
        <p:spPr/>
        <p:txBody>
          <a:bodyPr>
            <a:normAutofit fontScale="90000"/>
          </a:bodyPr>
          <a:lstStyle/>
          <a:p>
            <a:r>
              <a:rPr lang="ru-RU" sz="6000" dirty="0"/>
              <a:t>Интерфейсы </a:t>
            </a:r>
            <a:r>
              <a:rPr lang="en-US" sz="6000" dirty="0" err="1"/>
              <a:t>SortedMap</a:t>
            </a:r>
            <a:r>
              <a:rPr lang="en-US" sz="6000" dirty="0"/>
              <a:t>,</a:t>
            </a:r>
            <a:r>
              <a:rPr lang="ru-RU" sz="6000" dirty="0"/>
              <a:t> </a:t>
            </a:r>
            <a:r>
              <a:rPr lang="en-US" sz="6000" dirty="0" err="1"/>
              <a:t>NavigableMap</a:t>
            </a:r>
            <a:r>
              <a:rPr lang="en-US" sz="6000" dirty="0"/>
              <a:t>. </a:t>
            </a:r>
            <a:r>
              <a:rPr lang="ru-RU" sz="6000" dirty="0"/>
              <a:t>Класс </a:t>
            </a:r>
            <a:r>
              <a:rPr lang="en-US" sz="6000" dirty="0" err="1"/>
              <a:t>TreeMap</a:t>
            </a:r>
            <a:endParaRPr lang="ru-RU" dirty="0"/>
          </a:p>
        </p:txBody>
      </p:sp>
      <p:sp>
        <p:nvSpPr>
          <p:cNvPr id="3" name="Text Placeholder 2"/>
          <p:cNvSpPr>
            <a:spLocks noGrp="1"/>
          </p:cNvSpPr>
          <p:nvPr>
            <p:ph type="body" sz="quarter" idx="4294967295"/>
          </p:nvPr>
        </p:nvSpPr>
        <p:spPr>
          <a:xfrm>
            <a:off x="609600" y="2218616"/>
            <a:ext cx="10706100" cy="4085365"/>
          </a:xfrm>
        </p:spPr>
        <p:txBody>
          <a:bodyPr>
            <a:normAutofit fontScale="47500" lnSpcReduction="20000"/>
          </a:bodyPr>
          <a:lstStyle/>
          <a:p>
            <a:pPr marL="0" indent="0">
              <a:buNone/>
            </a:pPr>
            <a:r>
              <a:rPr lang="ru-RU" b="1" dirty="0"/>
              <a:t>SortedMap</a:t>
            </a:r>
          </a:p>
          <a:p>
            <a:pPr marL="0" indent="0">
              <a:buNone/>
            </a:pPr>
            <a:r>
              <a:rPr lang="ru-RU" dirty="0"/>
              <a:t>Интерфейс </a:t>
            </a:r>
            <a:r>
              <a:rPr lang="ru-RU" b="1" dirty="0"/>
              <a:t>SortedMap</a:t>
            </a:r>
            <a:r>
              <a:rPr lang="ru-RU" dirty="0"/>
              <a:t> расширяет Map и создает отображение, в котором все элементы отсортированы в порядке возрастания их ключей. </a:t>
            </a:r>
          </a:p>
          <a:p>
            <a:pPr marL="0" indent="0">
              <a:buNone/>
            </a:pPr>
            <a:endParaRPr lang="ru-RU" dirty="0"/>
          </a:p>
          <a:p>
            <a:pPr marL="0" indent="0">
              <a:buNone/>
            </a:pPr>
            <a:r>
              <a:rPr lang="ru-RU" b="1" dirty="0"/>
              <a:t>NavigableMap</a:t>
            </a:r>
          </a:p>
          <a:p>
            <a:pPr marL="0" indent="0">
              <a:buNone/>
            </a:pPr>
            <a:r>
              <a:rPr lang="ru-RU" dirty="0"/>
              <a:t>Интерфейс </a:t>
            </a:r>
            <a:r>
              <a:rPr lang="ru-RU" b="1" dirty="0"/>
              <a:t>NavigableMap</a:t>
            </a:r>
            <a:r>
              <a:rPr lang="ru-RU" dirty="0"/>
              <a:t> расширяет интерфейс SortedMap и обеспечивает возможность получения элементов отображения относительно других элементов.</a:t>
            </a:r>
          </a:p>
          <a:p>
            <a:pPr marL="0" indent="0">
              <a:buNone/>
            </a:pPr>
            <a:endParaRPr lang="ru-RU" dirty="0"/>
          </a:p>
          <a:p>
            <a:pPr marL="0" indent="0">
              <a:buNone/>
            </a:pPr>
            <a:r>
              <a:rPr lang="ru-RU" b="1" dirty="0"/>
              <a:t>TreeMap</a:t>
            </a:r>
          </a:p>
          <a:p>
            <a:pPr marL="0" indent="0">
              <a:buNone/>
            </a:pPr>
            <a:r>
              <a:rPr lang="ru-RU" dirty="0"/>
              <a:t>Класс TreeMap&lt;K, V&gt; представляет отображение в виде дерева. Он наследуется от класса AbstractMap и реализует интерфейс NavigableMap, а следовательно, также и интерфейс SortedMap. Поэтому в отличие от коллекции HashMap в TreeMap все объекты автоматически сортируются по возрастанию их ключей.</a:t>
            </a:r>
          </a:p>
          <a:p>
            <a:endParaRPr lang="ru-RU" dirty="0"/>
          </a:p>
        </p:txBody>
      </p:sp>
    </p:spTree>
    <p:extLst>
      <p:ext uri="{BB962C8B-B14F-4D97-AF65-F5344CB8AC3E}">
        <p14:creationId xmlns:p14="http://schemas.microsoft.com/office/powerpoint/2010/main" val="3530290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http://korzh.net/wp-content/uploads/2010/11/image00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18" y="1699648"/>
            <a:ext cx="3233240" cy="2731829"/>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6C34F082-D792-4203-9FF9-10BFF7B5455F}"/>
              </a:ext>
            </a:extLst>
          </p:cNvPr>
          <p:cNvSpPr>
            <a:spLocks noGrp="1"/>
          </p:cNvSpPr>
          <p:nvPr>
            <p:ph type="title"/>
          </p:nvPr>
        </p:nvSpPr>
        <p:spPr/>
        <p:txBody>
          <a:bodyPr>
            <a:normAutofit/>
          </a:bodyPr>
          <a:lstStyle/>
          <a:p>
            <a:r>
              <a:rPr lang="ru-RU" dirty="0"/>
              <a:t>Какую коллекция выбрать?</a:t>
            </a:r>
          </a:p>
        </p:txBody>
      </p:sp>
      <p:pic>
        <p:nvPicPr>
          <p:cNvPr id="4" name="Picture 3"/>
          <p:cNvPicPr>
            <a:picLocks noChangeAspect="1"/>
          </p:cNvPicPr>
          <p:nvPr/>
        </p:nvPicPr>
        <p:blipFill>
          <a:blip r:embed="rId4"/>
          <a:stretch>
            <a:fillRect/>
          </a:stretch>
        </p:blipFill>
        <p:spPr>
          <a:xfrm>
            <a:off x="5991489" y="1693471"/>
            <a:ext cx="3909229" cy="2557591"/>
          </a:xfrm>
          <a:prstGeom prst="rect">
            <a:avLst/>
          </a:prstGeom>
        </p:spPr>
      </p:pic>
      <p:pic>
        <p:nvPicPr>
          <p:cNvPr id="13318" name="Picture 6" descr="http://korzh.net/wp-content/uploads/2010/11/image004.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09617" y="4202480"/>
            <a:ext cx="4203987" cy="25328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6"/>
          <a:stretch>
            <a:fillRect/>
          </a:stretch>
        </p:blipFill>
        <p:spPr>
          <a:xfrm>
            <a:off x="8134387" y="4201409"/>
            <a:ext cx="3871395" cy="2532838"/>
          </a:xfrm>
          <a:prstGeom prst="rect">
            <a:avLst/>
          </a:prstGeom>
        </p:spPr>
      </p:pic>
    </p:spTree>
    <p:extLst>
      <p:ext uri="{BB962C8B-B14F-4D97-AF65-F5344CB8AC3E}">
        <p14:creationId xmlns:p14="http://schemas.microsoft.com/office/powerpoint/2010/main" val="25754213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0788C-6D6A-4711-B506-2CDCD6C89235}"/>
              </a:ext>
            </a:extLst>
          </p:cNvPr>
          <p:cNvSpPr>
            <a:spLocks noGrp="1"/>
          </p:cNvSpPr>
          <p:nvPr>
            <p:ph type="title"/>
          </p:nvPr>
        </p:nvSpPr>
        <p:spPr/>
        <p:txBody>
          <a:bodyPr>
            <a:normAutofit/>
          </a:bodyPr>
          <a:lstStyle/>
          <a:p>
            <a:r>
              <a:rPr lang="en-US" b="1" dirty="0"/>
              <a:t>Concurrent Collections</a:t>
            </a:r>
            <a:endParaRPr lang="ru-RU" dirty="0"/>
          </a:p>
        </p:txBody>
      </p:sp>
      <p:sp>
        <p:nvSpPr>
          <p:cNvPr id="3" name="Rectangle 2">
            <a:extLst>
              <a:ext uri="{FF2B5EF4-FFF2-40B4-BE49-F238E27FC236}">
                <a16:creationId xmlns:a16="http://schemas.microsoft.com/office/drawing/2014/main" id="{0CE0D482-06C9-4979-870D-1F43A0D67A3F}"/>
              </a:ext>
            </a:extLst>
          </p:cNvPr>
          <p:cNvSpPr/>
          <p:nvPr/>
        </p:nvSpPr>
        <p:spPr>
          <a:xfrm>
            <a:off x="609601" y="1809739"/>
            <a:ext cx="10972799" cy="3570208"/>
          </a:xfrm>
          <a:prstGeom prst="rect">
            <a:avLst/>
          </a:prstGeom>
        </p:spPr>
        <p:txBody>
          <a:bodyPr wrap="square">
            <a:spAutoFit/>
          </a:bodyPr>
          <a:lstStyle/>
          <a:p>
            <a:pPr marL="360000" indent="-285750">
              <a:spcBef>
                <a:spcPts val="600"/>
              </a:spcBef>
              <a:buFont typeface="Arial" panose="020B0604020202020204" pitchFamily="34" charset="0"/>
              <a:buChar char="•"/>
            </a:pPr>
            <a:r>
              <a:rPr lang="ru-RU" b="1" dirty="0" err="1"/>
              <a:t>BlockingQueue</a:t>
            </a:r>
            <a:r>
              <a:rPr lang="en-US" dirty="0"/>
              <a:t> </a:t>
            </a:r>
            <a:r>
              <a:rPr lang="ru-RU" dirty="0"/>
              <a:t>определяет структуру данных </a:t>
            </a:r>
            <a:r>
              <a:rPr lang="en-US" dirty="0"/>
              <a:t>FIFO</a:t>
            </a:r>
            <a:r>
              <a:rPr lang="ru-RU" dirty="0"/>
              <a:t>, которая блокируется при попытке добавления в полную очередь или извлечения из пустой очереди. </a:t>
            </a:r>
            <a:r>
              <a:rPr lang="ru-RU" b="1" dirty="0" err="1"/>
              <a:t>ArrayBlockingQueue</a:t>
            </a:r>
            <a:r>
              <a:rPr lang="ru-RU" b="1" dirty="0"/>
              <a:t> </a:t>
            </a:r>
            <a:r>
              <a:rPr lang="ru-RU" dirty="0"/>
              <a:t>- честная очередь для передачи сообщения из одного потока в другой. Поддерживает блокирующие (</a:t>
            </a:r>
            <a:r>
              <a:rPr lang="ru-RU" dirty="0" err="1"/>
              <a:t>put</a:t>
            </a:r>
            <a:r>
              <a:rPr lang="ru-RU" dirty="0"/>
              <a:t>() </a:t>
            </a:r>
            <a:r>
              <a:rPr lang="ru-RU" dirty="0" err="1"/>
              <a:t>take</a:t>
            </a:r>
            <a:r>
              <a:rPr lang="ru-RU" dirty="0"/>
              <a:t>()) и неблокирующие (</a:t>
            </a:r>
            <a:r>
              <a:rPr lang="ru-RU" dirty="0" err="1"/>
              <a:t>offer</a:t>
            </a:r>
            <a:r>
              <a:rPr lang="ru-RU" dirty="0"/>
              <a:t>() </a:t>
            </a:r>
            <a:r>
              <a:rPr lang="ru-RU" dirty="0" err="1"/>
              <a:t>pool</a:t>
            </a:r>
            <a:r>
              <a:rPr lang="ru-RU" dirty="0"/>
              <a:t>()) методы. Запрещает </a:t>
            </a:r>
            <a:r>
              <a:rPr lang="ru-RU" dirty="0" err="1"/>
              <a:t>null</a:t>
            </a:r>
            <a:r>
              <a:rPr lang="ru-RU" dirty="0"/>
              <a:t> значения. Емкость очереди должна быть </a:t>
            </a:r>
            <a:r>
              <a:rPr lang="ru-RU" dirty="0" err="1"/>
              <a:t>указанна</a:t>
            </a:r>
            <a:r>
              <a:rPr lang="ru-RU" dirty="0"/>
              <a:t> при создании.</a:t>
            </a:r>
          </a:p>
          <a:p>
            <a:pPr marL="360000" indent="-285750">
              <a:spcBef>
                <a:spcPts val="600"/>
              </a:spcBef>
              <a:buFont typeface="Arial" panose="020B0604020202020204" pitchFamily="34" charset="0"/>
              <a:buChar char="•"/>
            </a:pPr>
            <a:r>
              <a:rPr lang="ru-RU" b="1" dirty="0" err="1"/>
              <a:t>ConcurrentMap</a:t>
            </a:r>
            <a:r>
              <a:rPr lang="en-US" dirty="0"/>
              <a:t> - </a:t>
            </a:r>
            <a:r>
              <a:rPr lang="ru-RU" dirty="0"/>
              <a:t>интерфейс, расширяющий </a:t>
            </a:r>
            <a:r>
              <a:rPr lang="ru-RU" b="1" dirty="0" err="1"/>
              <a:t>Map</a:t>
            </a:r>
            <a:r>
              <a:rPr lang="ru-RU" dirty="0"/>
              <a:t> дополнительными атомарными операциями</a:t>
            </a:r>
            <a:r>
              <a:rPr lang="en-US" dirty="0"/>
              <a:t> </a:t>
            </a:r>
            <a:r>
              <a:rPr lang="ru-RU" dirty="0"/>
              <a:t>такими, как удаление или замена пары ключ-значение в том случае, если ключ присутствует, или добавление пары ключ-значение в том случае, если ключ отсутствует. Превращение этих операций в атомарные помогает избежать синхронизации. Стандартная реализация общего назначения — </a:t>
            </a:r>
            <a:r>
              <a:rPr lang="ru-RU" b="1" dirty="0" err="1"/>
              <a:t>ConcurrentMap</a:t>
            </a:r>
            <a:r>
              <a:rPr lang="ru-RU" dirty="0"/>
              <a:t> это </a:t>
            </a:r>
            <a:r>
              <a:rPr lang="ru-RU" b="1" dirty="0" err="1"/>
              <a:t>ConcurrentHashMap</a:t>
            </a:r>
            <a:r>
              <a:rPr lang="ru-RU" dirty="0"/>
              <a:t>, которая является </a:t>
            </a:r>
            <a:r>
              <a:rPr lang="ru-RU" dirty="0" err="1"/>
              <a:t>потокобезопасным</a:t>
            </a:r>
            <a:r>
              <a:rPr lang="ru-RU" dirty="0"/>
              <a:t> аналогом </a:t>
            </a:r>
            <a:r>
              <a:rPr lang="ru-RU" b="1" dirty="0" err="1"/>
              <a:t>HashMap</a:t>
            </a:r>
            <a:r>
              <a:rPr lang="ru-RU" dirty="0"/>
              <a:t>.</a:t>
            </a:r>
          </a:p>
          <a:p>
            <a:pPr marL="360000" indent="-285750">
              <a:spcBef>
                <a:spcPts val="600"/>
              </a:spcBef>
              <a:buFont typeface="Arial" panose="020B0604020202020204" pitchFamily="34" charset="0"/>
              <a:buChar char="•"/>
            </a:pPr>
            <a:r>
              <a:rPr lang="ru-RU" b="1" dirty="0" err="1"/>
              <a:t>ConcurrentNavigableMap</a:t>
            </a:r>
            <a:r>
              <a:rPr lang="en-US" dirty="0"/>
              <a:t> </a:t>
            </a:r>
            <a:r>
              <a:rPr lang="ru-RU" dirty="0"/>
              <a:t>расширяет интерфейс </a:t>
            </a:r>
            <a:r>
              <a:rPr lang="en-US" b="1" dirty="0" err="1"/>
              <a:t>NavigableMap</a:t>
            </a:r>
            <a:r>
              <a:rPr lang="ru-RU" b="1" i="1" dirty="0"/>
              <a:t> </a:t>
            </a:r>
            <a:r>
              <a:rPr lang="ru-RU" dirty="0"/>
              <a:t>и поддерживает сортировку по ключу. Стандартная реализация </a:t>
            </a:r>
            <a:r>
              <a:rPr lang="ru-RU" b="1" dirty="0" err="1"/>
              <a:t>ConcurrentSkipListMap</a:t>
            </a:r>
            <a:r>
              <a:rPr lang="ru-RU" dirty="0"/>
              <a:t>, которая является аналогом </a:t>
            </a:r>
            <a:r>
              <a:rPr lang="ru-RU" b="1" dirty="0" err="1"/>
              <a:t>TreeMap</a:t>
            </a:r>
            <a:r>
              <a:rPr lang="ru-RU" b="1" dirty="0"/>
              <a:t> </a:t>
            </a:r>
            <a:r>
              <a:rPr lang="ru-RU" dirty="0"/>
              <a:t>для многопоточности.</a:t>
            </a:r>
          </a:p>
        </p:txBody>
      </p:sp>
    </p:spTree>
    <p:extLst>
      <p:ext uri="{BB962C8B-B14F-4D97-AF65-F5344CB8AC3E}">
        <p14:creationId xmlns:p14="http://schemas.microsoft.com/office/powerpoint/2010/main" val="30808736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2CFD-5A6F-4E7C-9B6C-CCBC2D1E1760}"/>
              </a:ext>
            </a:extLst>
          </p:cNvPr>
          <p:cNvSpPr>
            <a:spLocks noGrp="1"/>
          </p:cNvSpPr>
          <p:nvPr>
            <p:ph type="title" idx="4294967295"/>
          </p:nvPr>
        </p:nvSpPr>
        <p:spPr>
          <a:xfrm>
            <a:off x="0" y="666750"/>
            <a:ext cx="10972800" cy="1143000"/>
          </a:xfrm>
        </p:spPr>
        <p:txBody>
          <a:bodyPr>
            <a:normAutofit/>
          </a:bodyPr>
          <a:lstStyle/>
          <a:p>
            <a:r>
              <a:rPr lang="ru-RU" sz="6000" dirty="0"/>
              <a:t>Какую коллекция выбрать</a:t>
            </a:r>
            <a:r>
              <a:rPr lang="en-US" sz="6000" dirty="0"/>
              <a:t>?</a:t>
            </a:r>
            <a:endParaRPr lang="ru-RU" dirty="0"/>
          </a:p>
        </p:txBody>
      </p:sp>
      <p:sp>
        <p:nvSpPr>
          <p:cNvPr id="3" name="Rectangle 2">
            <a:extLst>
              <a:ext uri="{FF2B5EF4-FFF2-40B4-BE49-F238E27FC236}">
                <a16:creationId xmlns:a16="http://schemas.microsoft.com/office/drawing/2014/main" id="{76CF1571-181F-4F35-9599-ECA7346295E8}"/>
              </a:ext>
            </a:extLst>
          </p:cNvPr>
          <p:cNvSpPr/>
          <p:nvPr/>
        </p:nvSpPr>
        <p:spPr>
          <a:xfrm>
            <a:off x="609601" y="2333685"/>
            <a:ext cx="10750474" cy="2308324"/>
          </a:xfrm>
          <a:prstGeom prst="rect">
            <a:avLst/>
          </a:prstGeom>
        </p:spPr>
        <p:txBody>
          <a:bodyPr wrap="square">
            <a:spAutoFit/>
          </a:bodyPr>
          <a:lstStyle/>
          <a:p>
            <a:pPr marL="285750" indent="-285750">
              <a:buFont typeface="Arial" panose="020B0604020202020204" pitchFamily="34" charset="0"/>
              <a:buChar char="•"/>
            </a:pPr>
            <a:r>
              <a:rPr lang="ru-RU" dirty="0"/>
              <a:t>Однопоточные сценарии: только классические коллекции с лучшей производительностью.</a:t>
            </a:r>
          </a:p>
          <a:p>
            <a:pPr marL="285750" indent="-285750">
              <a:buFont typeface="Arial" panose="020B0604020202020204" pitchFamily="34" charset="0"/>
              <a:buChar char="•"/>
            </a:pPr>
            <a:r>
              <a:rPr lang="ru-RU" dirty="0"/>
              <a:t>Запись из множества потоков: только </a:t>
            </a:r>
            <a:r>
              <a:rPr lang="ru-RU" dirty="0" err="1"/>
              <a:t>concurrent</a:t>
            </a:r>
            <a:r>
              <a:rPr lang="ru-RU" dirty="0"/>
              <a:t> коллекции, защищающие внутреннее состояние и имеющие подходящее для конкурентной записи API.</a:t>
            </a:r>
          </a:p>
          <a:p>
            <a:pPr marL="285750" indent="-285750">
              <a:buFont typeface="Arial" panose="020B0604020202020204" pitchFamily="34" charset="0"/>
              <a:buChar char="•"/>
            </a:pPr>
            <a:r>
              <a:rPr lang="ru-RU" dirty="0"/>
              <a:t>Чтение из множества потоков: однозначных рекомендаций нет. </a:t>
            </a:r>
            <a:r>
              <a:rPr lang="ru-RU" dirty="0" err="1"/>
              <a:t>Concurrent</a:t>
            </a:r>
            <a:r>
              <a:rPr lang="ru-RU" dirty="0"/>
              <a:t> коллекции, могут создать проблемы с временем доступа при интенсивных запросах состояния всей коллекции. Однако классические коллекции не гарантирует работоспособность даже для операций чтения</a:t>
            </a:r>
          </a:p>
          <a:p>
            <a:pPr marL="285750" indent="-285750">
              <a:buFont typeface="Arial" panose="020B0604020202020204" pitchFamily="34" charset="0"/>
              <a:buChar char="•"/>
            </a:pPr>
            <a:r>
              <a:rPr lang="ru-RU" dirty="0"/>
              <a:t>И чтение и запись из нескольких потоков: однозначно </a:t>
            </a:r>
            <a:r>
              <a:rPr lang="ru-RU" dirty="0" err="1"/>
              <a:t>concurrent</a:t>
            </a:r>
            <a:r>
              <a:rPr lang="ru-RU" dirty="0"/>
              <a:t> коллекции, как реализующие защиту состояния и безопасное API.</a:t>
            </a:r>
          </a:p>
        </p:txBody>
      </p:sp>
    </p:spTree>
    <p:extLst>
      <p:ext uri="{BB962C8B-B14F-4D97-AF65-F5344CB8AC3E}">
        <p14:creationId xmlns:p14="http://schemas.microsoft.com/office/powerpoint/2010/main" val="15132323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49C98-C037-4533-A9EF-CFAA0EB6E6C8}"/>
              </a:ext>
            </a:extLst>
          </p:cNvPr>
          <p:cNvSpPr>
            <a:spLocks noGrp="1"/>
          </p:cNvSpPr>
          <p:nvPr>
            <p:ph type="title"/>
          </p:nvPr>
        </p:nvSpPr>
        <p:spPr/>
        <p:txBody>
          <a:bodyPr/>
          <a:lstStyle/>
          <a:p>
            <a:r>
              <a:rPr lang="ru-RU" dirty="0"/>
              <a:t>Утилитарные классы </a:t>
            </a:r>
            <a:r>
              <a:rPr lang="en-US" dirty="0"/>
              <a:t>Collections</a:t>
            </a:r>
            <a:endParaRPr lang="ru-RU" dirty="0"/>
          </a:p>
        </p:txBody>
      </p:sp>
      <p:sp>
        <p:nvSpPr>
          <p:cNvPr id="3" name="Rectangle 2">
            <a:extLst>
              <a:ext uri="{FF2B5EF4-FFF2-40B4-BE49-F238E27FC236}">
                <a16:creationId xmlns:a16="http://schemas.microsoft.com/office/drawing/2014/main" id="{110D8491-8D16-4257-B81F-DC77EC4F13B1}"/>
              </a:ext>
            </a:extLst>
          </p:cNvPr>
          <p:cNvSpPr/>
          <p:nvPr/>
        </p:nvSpPr>
        <p:spPr>
          <a:xfrm>
            <a:off x="609600" y="1809739"/>
            <a:ext cx="10972800" cy="646331"/>
          </a:xfrm>
          <a:prstGeom prst="rect">
            <a:avLst/>
          </a:prstGeom>
        </p:spPr>
        <p:txBody>
          <a:bodyPr wrap="square">
            <a:spAutoFit/>
          </a:bodyPr>
          <a:lstStyle/>
          <a:p>
            <a:r>
              <a:rPr lang="ru-RU" dirty="0"/>
              <a:t>Класс </a:t>
            </a:r>
            <a:r>
              <a:rPr lang="ru-RU" dirty="0" err="1"/>
              <a:t>Collections</a:t>
            </a:r>
            <a:r>
              <a:rPr lang="ru-RU" dirty="0"/>
              <a:t> предоставляет множество полезных методов для работы с коллекциями: сортировка, поиск, создание неизменяемых коллекций и другие операции.</a:t>
            </a:r>
          </a:p>
        </p:txBody>
      </p:sp>
      <p:graphicFrame>
        <p:nvGraphicFramePr>
          <p:cNvPr id="4" name="Table 3">
            <a:extLst>
              <a:ext uri="{FF2B5EF4-FFF2-40B4-BE49-F238E27FC236}">
                <a16:creationId xmlns:a16="http://schemas.microsoft.com/office/drawing/2014/main" id="{A401C389-4159-4BAA-B36A-B5393DF8ED64}"/>
              </a:ext>
            </a:extLst>
          </p:cNvPr>
          <p:cNvGraphicFramePr>
            <a:graphicFrameLocks noGrp="1"/>
          </p:cNvGraphicFramePr>
          <p:nvPr>
            <p:extLst>
              <p:ext uri="{D42A27DB-BD31-4B8C-83A1-F6EECF244321}">
                <p14:modId xmlns:p14="http://schemas.microsoft.com/office/powerpoint/2010/main" val="2747490209"/>
              </p:ext>
            </p:extLst>
          </p:nvPr>
        </p:nvGraphicFramePr>
        <p:xfrm>
          <a:off x="1603828" y="2500020"/>
          <a:ext cx="8984343" cy="3691241"/>
        </p:xfrm>
        <a:graphic>
          <a:graphicData uri="http://schemas.openxmlformats.org/drawingml/2006/table">
            <a:tbl>
              <a:tblPr firstRow="1" bandRow="1">
                <a:tableStyleId>{5940675A-B579-460E-94D1-54222C63F5DA}</a:tableStyleId>
              </a:tblPr>
              <a:tblGrid>
                <a:gridCol w="2772191">
                  <a:extLst>
                    <a:ext uri="{9D8B030D-6E8A-4147-A177-3AD203B41FA5}">
                      <a16:colId xmlns:a16="http://schemas.microsoft.com/office/drawing/2014/main" val="49272903"/>
                    </a:ext>
                  </a:extLst>
                </a:gridCol>
                <a:gridCol w="6212152">
                  <a:extLst>
                    <a:ext uri="{9D8B030D-6E8A-4147-A177-3AD203B41FA5}">
                      <a16:colId xmlns:a16="http://schemas.microsoft.com/office/drawing/2014/main" val="3159873287"/>
                    </a:ext>
                  </a:extLst>
                </a:gridCol>
              </a:tblGrid>
              <a:tr h="295158">
                <a:tc>
                  <a:txBody>
                    <a:bodyPr/>
                    <a:lstStyle/>
                    <a:p>
                      <a:r>
                        <a:rPr lang="en-US" sz="1400" dirty="0" err="1"/>
                        <a:t>addAll</a:t>
                      </a:r>
                      <a:r>
                        <a:rPr lang="en-US" sz="1400" dirty="0"/>
                        <a:t>(</a:t>
                      </a:r>
                      <a:r>
                        <a:rPr lang="en-US" sz="1400" dirty="0" err="1"/>
                        <a:t>colls</a:t>
                      </a:r>
                      <a:r>
                        <a:rPr lang="en-US" sz="1400" dirty="0"/>
                        <a:t>, e1, e2, e3, ..)</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Добавляет в коллекцию </a:t>
                      </a:r>
                      <a:r>
                        <a:rPr lang="en-US" sz="1400" dirty="0" err="1"/>
                        <a:t>colls</a:t>
                      </a:r>
                      <a:r>
                        <a:rPr lang="en-US" sz="1400" dirty="0"/>
                        <a:t> </a:t>
                      </a:r>
                      <a:r>
                        <a:rPr lang="ru-RU" sz="1400" dirty="0"/>
                        <a:t>элементы </a:t>
                      </a:r>
                      <a:r>
                        <a:rPr lang="en-US" sz="1400" dirty="0"/>
                        <a:t>e1, e2, e3,...</a:t>
                      </a:r>
                      <a:endParaRPr lang="ru-RU" sz="1400" dirty="0"/>
                    </a:p>
                  </a:txBody>
                  <a:tcPr/>
                </a:tc>
                <a:extLst>
                  <a:ext uri="{0D108BD9-81ED-4DB2-BD59-A6C34878D82A}">
                    <a16:rowId xmlns:a16="http://schemas.microsoft.com/office/drawing/2014/main" val="2349973126"/>
                  </a:ext>
                </a:extLst>
              </a:tr>
              <a:tr h="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err="1"/>
                        <a:t>replaceAll</a:t>
                      </a:r>
                      <a:r>
                        <a:rPr lang="en-US" sz="1400" dirty="0"/>
                        <a:t>(list, </a:t>
                      </a:r>
                      <a:r>
                        <a:rPr lang="en-US" sz="1400" dirty="0" err="1"/>
                        <a:t>oldVal</a:t>
                      </a:r>
                      <a:r>
                        <a:rPr lang="en-US" sz="1400" dirty="0"/>
                        <a:t>, </a:t>
                      </a:r>
                      <a:r>
                        <a:rPr lang="en-US" sz="1400" dirty="0" err="1"/>
                        <a:t>newVal</a:t>
                      </a:r>
                      <a:r>
                        <a:rPr lang="en-US" sz="1400" dirty="0"/>
                        <a:t>)</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Заменяет в списке </a:t>
                      </a:r>
                      <a:r>
                        <a:rPr lang="en-US" sz="1400" dirty="0"/>
                        <a:t>list </a:t>
                      </a:r>
                      <a:r>
                        <a:rPr lang="ru-RU" sz="1400" dirty="0"/>
                        <a:t>все значения </a:t>
                      </a:r>
                      <a:r>
                        <a:rPr lang="en-US" sz="1400" dirty="0" err="1"/>
                        <a:t>oldVal</a:t>
                      </a:r>
                      <a:r>
                        <a:rPr lang="en-US" sz="1400" dirty="0"/>
                        <a:t> </a:t>
                      </a:r>
                      <a:r>
                        <a:rPr lang="ru-RU" sz="1400" dirty="0"/>
                        <a:t>на </a:t>
                      </a:r>
                      <a:r>
                        <a:rPr lang="en-US" sz="1400" dirty="0" err="1"/>
                        <a:t>newVal</a:t>
                      </a:r>
                      <a:endParaRPr lang="ru-RU" sz="1400" dirty="0"/>
                    </a:p>
                  </a:txBody>
                  <a:tcPr/>
                </a:tc>
                <a:extLst>
                  <a:ext uri="{0D108BD9-81ED-4DB2-BD59-A6C34878D82A}">
                    <a16:rowId xmlns:a16="http://schemas.microsoft.com/office/drawing/2014/main" val="4059949367"/>
                  </a:ext>
                </a:extLst>
              </a:tr>
              <a:tr h="0">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copy(</a:t>
                      </a:r>
                      <a:r>
                        <a:rPr lang="en-US" sz="1400" dirty="0" err="1"/>
                        <a:t>dest</a:t>
                      </a:r>
                      <a:r>
                        <a:rPr lang="en-US" sz="1400" dirty="0"/>
                        <a:t>, </a:t>
                      </a:r>
                      <a:r>
                        <a:rPr lang="en-US" sz="1400" dirty="0" err="1"/>
                        <a:t>src</a:t>
                      </a:r>
                      <a:r>
                        <a:rPr lang="en-US" sz="1400" dirty="0"/>
                        <a:t>)</a:t>
                      </a:r>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Копирует все элементы из списка </a:t>
                      </a:r>
                      <a:r>
                        <a:rPr lang="en-US" sz="1400" dirty="0" err="1"/>
                        <a:t>src</a:t>
                      </a:r>
                      <a:r>
                        <a:rPr lang="en-US" sz="1400" dirty="0"/>
                        <a:t> </a:t>
                      </a:r>
                      <a:r>
                        <a:rPr lang="ru-RU" sz="1400" dirty="0"/>
                        <a:t>в список </a:t>
                      </a:r>
                      <a:r>
                        <a:rPr lang="en-US" sz="1400" dirty="0" err="1"/>
                        <a:t>dest</a:t>
                      </a:r>
                      <a:endParaRPr lang="ru-RU" sz="1400" dirty="0"/>
                    </a:p>
                  </a:txBody>
                  <a:tcPr/>
                </a:tc>
                <a:extLst>
                  <a:ext uri="{0D108BD9-81ED-4DB2-BD59-A6C34878D82A}">
                    <a16:rowId xmlns:a16="http://schemas.microsoft.com/office/drawing/2014/main" val="4093314830"/>
                  </a:ext>
                </a:extLst>
              </a:tr>
              <a:tr h="320898">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reverse(list)</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Разворачивает список задом наперед</a:t>
                      </a:r>
                    </a:p>
                  </a:txBody>
                  <a:tcPr/>
                </a:tc>
                <a:extLst>
                  <a:ext uri="{0D108BD9-81ED-4DB2-BD59-A6C34878D82A}">
                    <a16:rowId xmlns:a16="http://schemas.microsoft.com/office/drawing/2014/main" val="478123358"/>
                  </a:ext>
                </a:extLst>
              </a:tr>
              <a:tr h="302722">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sort(list)</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Сортирует список в порядке возрастания</a:t>
                      </a:r>
                    </a:p>
                  </a:txBody>
                  <a:tcPr/>
                </a:tc>
                <a:extLst>
                  <a:ext uri="{0D108BD9-81ED-4DB2-BD59-A6C34878D82A}">
                    <a16:rowId xmlns:a16="http://schemas.microsoft.com/office/drawing/2014/main" val="3860370202"/>
                  </a:ext>
                </a:extLst>
              </a:tr>
              <a:tr h="257498">
                <a:tc>
                  <a:txBody>
                    <a:bodyPr/>
                    <a:lstStyle/>
                    <a:p>
                      <a:r>
                        <a:rPr lang="en-US" sz="1400" dirty="0"/>
                        <a:t>fill(list, obj)</a:t>
                      </a:r>
                    </a:p>
                  </a:txBody>
                  <a:tcPr/>
                </a:tc>
                <a:tc>
                  <a:txBody>
                    <a:bodyPr/>
                    <a:lstStyle/>
                    <a:p>
                      <a:r>
                        <a:rPr lang="ru-RU" sz="1400" dirty="0"/>
                        <a:t>Заменяет в переданном списке все элементы на </a:t>
                      </a:r>
                      <a:r>
                        <a:rPr lang="ru-RU" sz="1400" dirty="0" err="1"/>
                        <a:t>obj</a:t>
                      </a:r>
                      <a:endParaRPr lang="ru-RU" sz="1400" dirty="0"/>
                    </a:p>
                  </a:txBody>
                  <a:tcPr/>
                </a:tc>
                <a:extLst>
                  <a:ext uri="{0D108BD9-81ED-4DB2-BD59-A6C34878D82A}">
                    <a16:rowId xmlns:a16="http://schemas.microsoft.com/office/drawing/2014/main" val="3592655223"/>
                  </a:ext>
                </a:extLst>
              </a:tr>
              <a:tr h="272564">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rotate(list, n)</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Циклично сдвигает элементы списка </a:t>
                      </a:r>
                      <a:r>
                        <a:rPr lang="en-US" sz="1400" dirty="0"/>
                        <a:t>list </a:t>
                      </a:r>
                      <a:r>
                        <a:rPr lang="ru-RU" sz="1400" dirty="0"/>
                        <a:t>на </a:t>
                      </a:r>
                      <a:r>
                        <a:rPr lang="en-US" sz="1400" dirty="0"/>
                        <a:t>n </a:t>
                      </a:r>
                      <a:r>
                        <a:rPr lang="ru-RU" sz="1400" dirty="0"/>
                        <a:t>элементов</a:t>
                      </a:r>
                    </a:p>
                  </a:txBody>
                  <a:tcPr/>
                </a:tc>
                <a:extLst>
                  <a:ext uri="{0D108BD9-81ED-4DB2-BD59-A6C34878D82A}">
                    <a16:rowId xmlns:a16="http://schemas.microsoft.com/office/drawing/2014/main" val="2856831251"/>
                  </a:ext>
                </a:extLst>
              </a:tr>
              <a:tr h="257485">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shuffle(list)</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Случайно перемешивает элементы списка</a:t>
                      </a:r>
                    </a:p>
                  </a:txBody>
                  <a:tcPr/>
                </a:tc>
                <a:extLst>
                  <a:ext uri="{0D108BD9-81ED-4DB2-BD59-A6C34878D82A}">
                    <a16:rowId xmlns:a16="http://schemas.microsoft.com/office/drawing/2014/main" val="2068136703"/>
                  </a:ext>
                </a:extLst>
              </a:tr>
              <a:tr h="312745">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min(</a:t>
                      </a:r>
                      <a:r>
                        <a:rPr lang="en-US" sz="1400" dirty="0" err="1"/>
                        <a:t>colls</a:t>
                      </a:r>
                      <a:r>
                        <a:rPr lang="en-US" sz="1400" dirty="0"/>
                        <a:t>)</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Находит минимальный элемент коллекции </a:t>
                      </a:r>
                      <a:r>
                        <a:rPr lang="en-US" sz="1400" dirty="0" err="1"/>
                        <a:t>colls</a:t>
                      </a:r>
                      <a:endParaRPr lang="ru-RU" sz="1400" dirty="0"/>
                    </a:p>
                  </a:txBody>
                  <a:tcPr/>
                </a:tc>
                <a:extLst>
                  <a:ext uri="{0D108BD9-81ED-4DB2-BD59-A6C34878D82A}">
                    <a16:rowId xmlns:a16="http://schemas.microsoft.com/office/drawing/2014/main" val="735002492"/>
                  </a:ext>
                </a:extLst>
              </a:tr>
              <a:tr h="307714">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max(</a:t>
                      </a:r>
                      <a:r>
                        <a:rPr lang="en-US" sz="1400" dirty="0" err="1"/>
                        <a:t>colls</a:t>
                      </a:r>
                      <a:r>
                        <a:rPr lang="en-US" sz="1400" dirty="0"/>
                        <a:t>)</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Находит максимальный элемент коллекции </a:t>
                      </a:r>
                      <a:r>
                        <a:rPr lang="en-US" sz="1400" dirty="0" err="1"/>
                        <a:t>colls</a:t>
                      </a:r>
                      <a:endParaRPr lang="ru-RU" sz="1400" dirty="0"/>
                    </a:p>
                  </a:txBody>
                  <a:tcPr/>
                </a:tc>
                <a:extLst>
                  <a:ext uri="{0D108BD9-81ED-4DB2-BD59-A6C34878D82A}">
                    <a16:rowId xmlns:a16="http://schemas.microsoft.com/office/drawing/2014/main" val="936041989"/>
                  </a:ext>
                </a:extLst>
              </a:tr>
              <a:tr h="292635">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a:t>frequency(</a:t>
                      </a:r>
                      <a:r>
                        <a:rPr lang="en-US" sz="1400" dirty="0" err="1"/>
                        <a:t>colls</a:t>
                      </a:r>
                      <a:r>
                        <a:rPr lang="en-US" sz="1400" dirty="0"/>
                        <a:t>, obj)</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Определяет, сколько раз элемент </a:t>
                      </a:r>
                      <a:r>
                        <a:rPr lang="en-US" sz="1400" dirty="0"/>
                        <a:t>obj </a:t>
                      </a:r>
                      <a:r>
                        <a:rPr lang="ru-RU" sz="1400" dirty="0"/>
                        <a:t>встречается в коллекции </a:t>
                      </a:r>
                      <a:r>
                        <a:rPr lang="en-US" sz="1400" dirty="0" err="1"/>
                        <a:t>coll</a:t>
                      </a:r>
                      <a:endParaRPr lang="ru-RU" sz="1400" dirty="0"/>
                    </a:p>
                  </a:txBody>
                  <a:tcPr/>
                </a:tc>
                <a:extLst>
                  <a:ext uri="{0D108BD9-81ED-4DB2-BD59-A6C34878D82A}">
                    <a16:rowId xmlns:a16="http://schemas.microsoft.com/office/drawing/2014/main" val="2862096692"/>
                  </a:ext>
                </a:extLst>
              </a:tr>
              <a:tr h="311484">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400" dirty="0" err="1"/>
                        <a:t>binarySearch</a:t>
                      </a:r>
                      <a:r>
                        <a:rPr lang="en-US" sz="1400" dirty="0"/>
                        <a:t>(list, key)</a:t>
                      </a:r>
                      <a:endParaRPr lang="ru-RU" sz="1400" dirty="0"/>
                    </a:p>
                  </a:txBody>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ru-RU" sz="1400" dirty="0"/>
                        <a:t>Ищет элемент </a:t>
                      </a:r>
                      <a:r>
                        <a:rPr lang="en-US" sz="1400" dirty="0"/>
                        <a:t>key </a:t>
                      </a:r>
                      <a:r>
                        <a:rPr lang="ru-RU" sz="1400" dirty="0"/>
                        <a:t>в отсортированном списке, возвращает индекс</a:t>
                      </a:r>
                    </a:p>
                  </a:txBody>
                  <a:tcPr/>
                </a:tc>
                <a:extLst>
                  <a:ext uri="{0D108BD9-81ED-4DB2-BD59-A6C34878D82A}">
                    <a16:rowId xmlns:a16="http://schemas.microsoft.com/office/drawing/2014/main" val="191509878"/>
                  </a:ext>
                </a:extLst>
              </a:tr>
            </a:tbl>
          </a:graphicData>
        </a:graphic>
      </p:graphicFrame>
    </p:spTree>
    <p:extLst>
      <p:ext uri="{BB962C8B-B14F-4D97-AF65-F5344CB8AC3E}">
        <p14:creationId xmlns:p14="http://schemas.microsoft.com/office/powerpoint/2010/main" val="34543572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AC2D3-63F5-4352-A617-96C16ADB6BEF}"/>
              </a:ext>
            </a:extLst>
          </p:cNvPr>
          <p:cNvSpPr>
            <a:spLocks noGrp="1"/>
          </p:cNvSpPr>
          <p:nvPr>
            <p:ph type="title"/>
          </p:nvPr>
        </p:nvSpPr>
        <p:spPr/>
        <p:txBody>
          <a:bodyPr/>
          <a:lstStyle/>
          <a:p>
            <a:r>
              <a:rPr lang="ru-RU" dirty="0"/>
              <a:t>Практика</a:t>
            </a:r>
          </a:p>
        </p:txBody>
      </p:sp>
      <p:pic>
        <p:nvPicPr>
          <p:cNvPr id="3" name="Picture 2">
            <a:extLst>
              <a:ext uri="{FF2B5EF4-FFF2-40B4-BE49-F238E27FC236}">
                <a16:creationId xmlns:a16="http://schemas.microsoft.com/office/drawing/2014/main" id="{1DAADBEB-2CA3-4DC7-9DDF-C92A6AA346BC}"/>
              </a:ext>
            </a:extLst>
          </p:cNvPr>
          <p:cNvPicPr>
            <a:picLocks noChangeAspect="1"/>
          </p:cNvPicPr>
          <p:nvPr/>
        </p:nvPicPr>
        <p:blipFill rotWithShape="1">
          <a:blip r:embed="rId2">
            <a:duotone>
              <a:prstClr val="black"/>
              <a:schemeClr val="accent2">
                <a:tint val="45000"/>
                <a:satMod val="400000"/>
              </a:schemeClr>
            </a:duotone>
          </a:blip>
          <a:srcRect b="8368"/>
          <a:stretch/>
        </p:blipFill>
        <p:spPr>
          <a:xfrm>
            <a:off x="609600" y="3059668"/>
            <a:ext cx="4581525" cy="1754326"/>
          </a:xfrm>
          <a:prstGeom prst="rect">
            <a:avLst/>
          </a:prstGeom>
        </p:spPr>
      </p:pic>
      <p:sp>
        <p:nvSpPr>
          <p:cNvPr id="4" name="Rectangle 3">
            <a:extLst>
              <a:ext uri="{FF2B5EF4-FFF2-40B4-BE49-F238E27FC236}">
                <a16:creationId xmlns:a16="http://schemas.microsoft.com/office/drawing/2014/main" id="{8B063FB7-8D55-47E2-8427-039FC800C98D}"/>
              </a:ext>
            </a:extLst>
          </p:cNvPr>
          <p:cNvSpPr/>
          <p:nvPr/>
        </p:nvSpPr>
        <p:spPr>
          <a:xfrm>
            <a:off x="5633884" y="1951672"/>
            <a:ext cx="5948516" cy="3970318"/>
          </a:xfrm>
          <a:prstGeom prst="rect">
            <a:avLst/>
          </a:prstGeom>
        </p:spPr>
        <p:txBody>
          <a:bodyPr wrap="square">
            <a:spAutoFit/>
          </a:bodyPr>
          <a:lstStyle/>
          <a:p>
            <a:pPr marL="285750" indent="-285750">
              <a:buFont typeface="Arial" panose="020B0604020202020204" pitchFamily="34" charset="0"/>
              <a:buChar char="•"/>
            </a:pPr>
            <a:r>
              <a:rPr lang="ru-RU" sz="2800" dirty="0"/>
              <a:t>Производитель и Потребитель — это два отдельных процесса. </a:t>
            </a:r>
          </a:p>
          <a:p>
            <a:pPr marL="285750" indent="-285750">
              <a:buFont typeface="Arial" panose="020B0604020202020204" pitchFamily="34" charset="0"/>
              <a:buChar char="•"/>
            </a:pPr>
            <a:r>
              <a:rPr lang="ru-RU" sz="2800" dirty="0"/>
              <a:t>Оба процесса используют общую очередь.</a:t>
            </a:r>
          </a:p>
          <a:p>
            <a:pPr marL="285750" indent="-285750">
              <a:buFont typeface="Arial" panose="020B0604020202020204" pitchFamily="34" charset="0"/>
              <a:buChar char="•"/>
            </a:pPr>
            <a:r>
              <a:rPr lang="ru-RU" sz="2800" dirty="0"/>
              <a:t>Производители постоянно создают определенные задачи и помещает их в буфер</a:t>
            </a:r>
          </a:p>
          <a:p>
            <a:pPr marL="285750" indent="-285750">
              <a:buFont typeface="Arial" panose="020B0604020202020204" pitchFamily="34" charset="0"/>
              <a:buChar char="•"/>
            </a:pPr>
            <a:r>
              <a:rPr lang="ru-RU" sz="2800" dirty="0"/>
              <a:t>Потребитель потребляет эти данные из буфера.</a:t>
            </a:r>
          </a:p>
        </p:txBody>
      </p:sp>
    </p:spTree>
    <p:extLst>
      <p:ext uri="{BB962C8B-B14F-4D97-AF65-F5344CB8AC3E}">
        <p14:creationId xmlns:p14="http://schemas.microsoft.com/office/powerpoint/2010/main" val="3974465552"/>
      </p:ext>
    </p:extLst>
  </p:cSld>
  <p:clrMapOvr>
    <a:masterClrMapping/>
  </p:clrMapOvr>
</p:sld>
</file>

<file path=ppt/theme/theme1.xml><?xml version="1.0" encoding="utf-8"?>
<a:theme xmlns:a="http://schemas.openxmlformats.org/drawingml/2006/main" name="GIS_them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IS_theme" id="{B52AFE72-8186-40F1-85E7-6C429EAE8346}" vid="{D337A355-A1B0-453D-B3E3-3CB8C5E54497}"/>
    </a:ext>
  </a:extLst>
</a:theme>
</file>

<file path=ppt/theme/theme2.xml><?xml version="1.0" encoding="utf-8"?>
<a:theme xmlns:a="http://schemas.openxmlformats.org/drawingml/2006/main" name="Тема Offic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GIS_theme">
  <a:themeElements>
    <a:clrScheme name="Другая 1">
      <a:dk1>
        <a:srgbClr val="244061"/>
      </a:dk1>
      <a:lt1>
        <a:srgbClr val="DBE5F1"/>
      </a:lt1>
      <a:dk2>
        <a:srgbClr val="953734"/>
      </a:dk2>
      <a:lt2>
        <a:srgbClr val="F2DCDB"/>
      </a:lt2>
      <a:accent1>
        <a:srgbClr val="95B3D7"/>
      </a:accent1>
      <a:accent2>
        <a:srgbClr val="366092"/>
      </a:accent2>
      <a:accent3>
        <a:srgbClr val="17365D"/>
      </a:accent3>
      <a:accent4>
        <a:srgbClr val="E5B9B7"/>
      </a:accent4>
      <a:accent5>
        <a:srgbClr val="D99694"/>
      </a:accent5>
      <a:accent6>
        <a:srgbClr val="953734"/>
      </a:accent6>
      <a:hlink>
        <a:srgbClr val="C00000"/>
      </a:hlink>
      <a:folHlink>
        <a:srgbClr val="00206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IS_theme" id="{BE02770F-7101-4688-B577-AD8DBBEE116F}" vid="{5F9EFAE2-465C-4993-93DD-21E424A23A92}"/>
    </a:ext>
  </a:extLst>
</a:theme>
</file>

<file path=ppt/theme/theme4.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ontrol xmlns="http://schemas.microsoft.com/VisualStudio/2011/storyboarding/control">
  <Id Name="d2655081-a077-4fd9-949e-2f5d59e70d7a" Revision="1" Stencil="System.MyShapes" StencilVersion="1.0"/>
</Control>
</file>

<file path=customXml/itemProps1.xml><?xml version="1.0" encoding="utf-8"?>
<ds:datastoreItem xmlns:ds="http://schemas.openxmlformats.org/officeDocument/2006/customXml" ds:itemID="{F55705B9-9ED4-469A-A231-549B6E50306E}">
  <ds:schemaRefs>
    <ds:schemaRef ds:uri="http://schemas.microsoft.com/VisualStudio/2011/storyboarding/control"/>
  </ds:schemaRefs>
</ds:datastoreItem>
</file>

<file path=docProps/app.xml><?xml version="1.0" encoding="utf-8"?>
<Properties xmlns="http://schemas.openxmlformats.org/officeDocument/2006/extended-properties" xmlns:vt="http://schemas.openxmlformats.org/officeDocument/2006/docPropsVTypes">
  <Template>GIS_theme</Template>
  <TotalTime>33191</TotalTime>
  <Words>5250</Words>
  <Application>Microsoft Office PowerPoint</Application>
  <PresentationFormat>Widescreen</PresentationFormat>
  <Paragraphs>383</Paragraphs>
  <Slides>45</Slides>
  <Notes>33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45</vt:i4>
      </vt:variant>
    </vt:vector>
  </HeadingPairs>
  <TitlesOfParts>
    <vt:vector size="56" baseType="lpstr">
      <vt:lpstr>Arial</vt:lpstr>
      <vt:lpstr>Calibri</vt:lpstr>
      <vt:lpstr>Consolas</vt:lpstr>
      <vt:lpstr>DejaVu Sans</vt:lpstr>
      <vt:lpstr>Menlo</vt:lpstr>
      <vt:lpstr>Symbol</vt:lpstr>
      <vt:lpstr>Times New Roman</vt:lpstr>
      <vt:lpstr>Wingdings</vt:lpstr>
      <vt:lpstr>GIS_theme</vt:lpstr>
      <vt:lpstr>Тема Office</vt:lpstr>
      <vt:lpstr>1_GIS_theme</vt:lpstr>
      <vt:lpstr>Программирование на Java</vt:lpstr>
      <vt:lpstr>Java коллекции </vt:lpstr>
      <vt:lpstr>Проблема типизации</vt:lpstr>
      <vt:lpstr>Generics</vt:lpstr>
      <vt:lpstr>Generics</vt:lpstr>
      <vt:lpstr>Generic класс</vt:lpstr>
      <vt:lpstr>Collection API</vt:lpstr>
      <vt:lpstr>Интерфейс Collection</vt:lpstr>
      <vt:lpstr>Итератор</vt:lpstr>
      <vt:lpstr>Интерфейс List</vt:lpstr>
      <vt:lpstr>Класс ArrayList</vt:lpstr>
      <vt:lpstr>ArrayList: создание</vt:lpstr>
      <vt:lpstr>ArrayList: добавление элементов </vt:lpstr>
      <vt:lpstr>ArrayList: вставка/замена элементов </vt:lpstr>
      <vt:lpstr>List: плюсы и минусы</vt:lpstr>
      <vt:lpstr>Класс Vector</vt:lpstr>
      <vt:lpstr>Выбор между ArrayList и Vector</vt:lpstr>
      <vt:lpstr>Очереди</vt:lpstr>
      <vt:lpstr>Queue: основные методы</vt:lpstr>
      <vt:lpstr>Deque: основные методы</vt:lpstr>
      <vt:lpstr>Deque: основные методы</vt:lpstr>
      <vt:lpstr>Класс Stack</vt:lpstr>
      <vt:lpstr>Класс LinkedList</vt:lpstr>
      <vt:lpstr>LinkedList: добавление элементов</vt:lpstr>
      <vt:lpstr>Класс LinkedList: плюсы и минусы</vt:lpstr>
      <vt:lpstr>Интерфейс Set</vt:lpstr>
      <vt:lpstr>Класс HashSet</vt:lpstr>
      <vt:lpstr>Класс Object и его методы</vt:lpstr>
      <vt:lpstr>Контракт equals</vt:lpstr>
      <vt:lpstr>Контракт hashCode</vt:lpstr>
      <vt:lpstr>HashSet: плюсы и минусы</vt:lpstr>
      <vt:lpstr>Интерфейс Map</vt:lpstr>
      <vt:lpstr>Класс HashMap</vt:lpstr>
      <vt:lpstr>Сортировка коллекций</vt:lpstr>
      <vt:lpstr>Интерфейсы Comparable</vt:lpstr>
      <vt:lpstr>Интерфейсы Comparable</vt:lpstr>
      <vt:lpstr>Comparator</vt:lpstr>
      <vt:lpstr>Comparator</vt:lpstr>
      <vt:lpstr>SortedSet, NavigableSet, TreeSet</vt:lpstr>
      <vt:lpstr>Интерфейсы SortedMap, NavigableMap. Класс TreeMap</vt:lpstr>
      <vt:lpstr>Какую коллекция выбрать?</vt:lpstr>
      <vt:lpstr>Concurrent Collections</vt:lpstr>
      <vt:lpstr>Какую коллекция выбрать?</vt:lpstr>
      <vt:lpstr>Утилитарные классы Collections</vt:lpstr>
      <vt:lpstr>Практика</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Filinskikh, Yulia</dc:creator>
  <cp:lastModifiedBy>Yulia Filinskikh</cp:lastModifiedBy>
  <cp:revision>184</cp:revision>
  <dcterms:created xsi:type="dcterms:W3CDTF">2019-02-08T07:13:25Z</dcterms:created>
  <dcterms:modified xsi:type="dcterms:W3CDTF">2025-02-26T14:45:05Z</dcterms:modified>
</cp:coreProperties>
</file>